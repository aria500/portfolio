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3"/>
    <p:sldMasterId id="2147483670" r:id="rId4"/>
    <p:sldMasterId id="2147483672" r:id="rId5"/>
  </p:sldMasterIdLst>
  <p:notesMasterIdLst>
    <p:notesMasterId r:id="rId7"/>
  </p:notesMasterIdLst>
  <p:sldIdLst>
    <p:sldId id="341" r:id="rId6"/>
    <p:sldId id="343" r:id="rId8"/>
    <p:sldId id="346" r:id="rId9"/>
    <p:sldId id="367" r:id="rId10"/>
    <p:sldId id="370" r:id="rId11"/>
    <p:sldId id="386" r:id="rId12"/>
    <p:sldId id="382" r:id="rId13"/>
    <p:sldId id="384" r:id="rId14"/>
    <p:sldId id="385" r:id="rId15"/>
    <p:sldId id="345" r:id="rId16"/>
    <p:sldId id="372" r:id="rId17"/>
    <p:sldId id="373" r:id="rId18"/>
    <p:sldId id="374" r:id="rId19"/>
    <p:sldId id="353" r:id="rId20"/>
    <p:sldId id="363" r:id="rId21"/>
    <p:sldId id="381" r:id="rId22"/>
    <p:sldId id="387" r:id="rId23"/>
    <p:sldId id="389" r:id="rId24"/>
    <p:sldId id="391" r:id="rId25"/>
    <p:sldId id="392" r:id="rId26"/>
    <p:sldId id="393" r:id="rId27"/>
    <p:sldId id="365" r:id="rId28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-1914" y="-924"/>
      </p:cViewPr>
      <p:guideLst>
        <p:guide orient="horz" pos="21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14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2" Type="http://schemas.openxmlformats.org/officeDocument/2006/relationships/tags" Target="tags/tag38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第一</a:t>
            </a:r>
            <a:r>
              <a:rPr lang="en-US" altLang="zh-CN" dirty="0"/>
              <a:t>PPT https://www.1ppt.com/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6A458-23E8-4805-9F00-53A764766D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6EAE-0258-42D9-A017-638E3B750D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-972456" y="-1563422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2"/>
          <p:cNvSpPr>
            <a:spLocks noGrp="1"/>
          </p:cNvSpPr>
          <p:nvPr>
            <p:ph type="pic" sz="quarter" idx="13"/>
          </p:nvPr>
        </p:nvSpPr>
        <p:spPr>
          <a:xfrm>
            <a:off x="-605970" y="2619830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2"/>
          <p:cNvSpPr>
            <a:spLocks noGrp="1"/>
          </p:cNvSpPr>
          <p:nvPr>
            <p:ph type="pic" sz="quarter" idx="14"/>
          </p:nvPr>
        </p:nvSpPr>
        <p:spPr>
          <a:xfrm>
            <a:off x="1846000" y="406401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2"/>
          <p:cNvSpPr>
            <a:spLocks noGrp="1"/>
          </p:cNvSpPr>
          <p:nvPr>
            <p:ph type="pic" sz="quarter" idx="15"/>
          </p:nvPr>
        </p:nvSpPr>
        <p:spPr>
          <a:xfrm>
            <a:off x="4297970" y="-1807028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2"/>
          <p:cNvSpPr>
            <a:spLocks noGrp="1"/>
          </p:cNvSpPr>
          <p:nvPr>
            <p:ph type="pic" sz="quarter" idx="16"/>
          </p:nvPr>
        </p:nvSpPr>
        <p:spPr>
          <a:xfrm>
            <a:off x="0" y="4426858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2"/>
          <p:cNvSpPr>
            <a:spLocks noGrp="1"/>
          </p:cNvSpPr>
          <p:nvPr>
            <p:ph type="pic" sz="quarter" idx="17"/>
          </p:nvPr>
        </p:nvSpPr>
        <p:spPr>
          <a:xfrm>
            <a:off x="2451970" y="221342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2"/>
          <p:cNvSpPr>
            <a:spLocks noGrp="1"/>
          </p:cNvSpPr>
          <p:nvPr>
            <p:ph type="pic" sz="quarter" idx="18"/>
          </p:nvPr>
        </p:nvSpPr>
        <p:spPr>
          <a:xfrm>
            <a:off x="4903940" y="0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2"/>
          <p:cNvSpPr>
            <a:spLocks noGrp="1"/>
          </p:cNvSpPr>
          <p:nvPr>
            <p:ph type="pic" sz="quarter" idx="19"/>
          </p:nvPr>
        </p:nvSpPr>
        <p:spPr>
          <a:xfrm>
            <a:off x="7355910" y="-221342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2"/>
          <p:cNvSpPr>
            <a:spLocks noGrp="1"/>
          </p:cNvSpPr>
          <p:nvPr>
            <p:ph type="pic" sz="quarter" idx="20"/>
          </p:nvPr>
        </p:nvSpPr>
        <p:spPr>
          <a:xfrm>
            <a:off x="2818456" y="4270648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2"/>
          <p:cNvSpPr>
            <a:spLocks noGrp="1"/>
          </p:cNvSpPr>
          <p:nvPr>
            <p:ph type="pic" sz="quarter" idx="21"/>
          </p:nvPr>
        </p:nvSpPr>
        <p:spPr>
          <a:xfrm>
            <a:off x="5270426" y="205721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2"/>
          <p:cNvSpPr>
            <a:spLocks noGrp="1"/>
          </p:cNvSpPr>
          <p:nvPr>
            <p:ph type="pic" sz="quarter" idx="22"/>
          </p:nvPr>
        </p:nvSpPr>
        <p:spPr>
          <a:xfrm>
            <a:off x="7722396" y="-156210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2"/>
          <p:cNvSpPr>
            <a:spLocks noGrp="1"/>
          </p:cNvSpPr>
          <p:nvPr>
            <p:ph type="pic" sz="quarter" idx="23"/>
          </p:nvPr>
        </p:nvSpPr>
        <p:spPr>
          <a:xfrm>
            <a:off x="10174366" y="-236963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2"/>
          <p:cNvSpPr>
            <a:spLocks noGrp="1"/>
          </p:cNvSpPr>
          <p:nvPr>
            <p:ph type="pic" sz="quarter" idx="24"/>
          </p:nvPr>
        </p:nvSpPr>
        <p:spPr>
          <a:xfrm>
            <a:off x="3462346" y="6000388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0" name="图片占位符 2"/>
          <p:cNvSpPr>
            <a:spLocks noGrp="1"/>
          </p:cNvSpPr>
          <p:nvPr>
            <p:ph type="pic" sz="quarter" idx="25"/>
          </p:nvPr>
        </p:nvSpPr>
        <p:spPr>
          <a:xfrm>
            <a:off x="5914316" y="378695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1" name="图片占位符 2"/>
          <p:cNvSpPr>
            <a:spLocks noGrp="1"/>
          </p:cNvSpPr>
          <p:nvPr>
            <p:ph type="pic" sz="quarter" idx="26"/>
          </p:nvPr>
        </p:nvSpPr>
        <p:spPr>
          <a:xfrm>
            <a:off x="8366286" y="1573530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2" name="图片占位符 2"/>
          <p:cNvSpPr>
            <a:spLocks noGrp="1"/>
          </p:cNvSpPr>
          <p:nvPr>
            <p:ph type="pic" sz="quarter" idx="27"/>
          </p:nvPr>
        </p:nvSpPr>
        <p:spPr>
          <a:xfrm>
            <a:off x="10818256" y="-63989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4" name="图片占位符 2"/>
          <p:cNvSpPr>
            <a:spLocks noGrp="1"/>
          </p:cNvSpPr>
          <p:nvPr>
            <p:ph type="pic" sz="quarter" idx="29"/>
          </p:nvPr>
        </p:nvSpPr>
        <p:spPr>
          <a:xfrm>
            <a:off x="-927915" y="650007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2"/>
          <p:cNvSpPr>
            <a:spLocks noGrp="1"/>
          </p:cNvSpPr>
          <p:nvPr>
            <p:ph type="pic" sz="quarter" idx="30"/>
          </p:nvPr>
        </p:nvSpPr>
        <p:spPr>
          <a:xfrm>
            <a:off x="1524055" y="-1563422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2"/>
          <p:cNvSpPr>
            <a:spLocks noGrp="1"/>
          </p:cNvSpPr>
          <p:nvPr>
            <p:ph type="pic" sz="quarter" idx="31"/>
          </p:nvPr>
        </p:nvSpPr>
        <p:spPr>
          <a:xfrm>
            <a:off x="7772348" y="4426858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7" name="图片占位符 2"/>
          <p:cNvSpPr>
            <a:spLocks noGrp="1"/>
          </p:cNvSpPr>
          <p:nvPr>
            <p:ph type="pic" sz="quarter" idx="32"/>
          </p:nvPr>
        </p:nvSpPr>
        <p:spPr>
          <a:xfrm>
            <a:off x="10224318" y="221342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8" name="图片占位符 2"/>
          <p:cNvSpPr>
            <a:spLocks noGrp="1"/>
          </p:cNvSpPr>
          <p:nvPr>
            <p:ph type="pic" sz="quarter" idx="33"/>
          </p:nvPr>
        </p:nvSpPr>
        <p:spPr>
          <a:xfrm>
            <a:off x="10634008" y="4183252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 userDrawn="1"/>
        </p:nvSpPr>
        <p:spPr>
          <a:xfrm rot="16490206">
            <a:off x="6210053" y="-3311847"/>
            <a:ext cx="14005531" cy="14179710"/>
          </a:xfrm>
          <a:prstGeom prst="ellipse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-3271284" y="2493335"/>
            <a:ext cx="18734567" cy="14638693"/>
          </a:xfrm>
          <a:prstGeom prst="ellipse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sz="quarter" idx="10"/>
          </p:nvPr>
        </p:nvSpPr>
        <p:spPr>
          <a:xfrm>
            <a:off x="4126042" y="881589"/>
            <a:ext cx="3939916" cy="3939916"/>
          </a:xfrm>
          <a:prstGeom prst="ellipse">
            <a:avLst/>
          </a:prstGeom>
          <a:ln w="127000">
            <a:solidFill>
              <a:schemeClr val="bg1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5084064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  <a:alpha val="87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968629" y="0"/>
            <a:ext cx="4115435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6A458-23E8-4805-9F00-53A764766D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6EAE-0258-42D9-A017-638E3B750D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5705856" y="142934"/>
            <a:ext cx="6364224" cy="6444116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6501257" y="1115504"/>
            <a:ext cx="4498975" cy="449897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 userDrawn="1"/>
        </p:nvSpPr>
        <p:spPr>
          <a:xfrm>
            <a:off x="1084326" y="965766"/>
            <a:ext cx="3700748" cy="3747204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1696847" y="1597706"/>
            <a:ext cx="2146063" cy="2146063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4455431" y="965766"/>
            <a:ext cx="3700748" cy="3747204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sz="quarter" idx="11"/>
          </p:nvPr>
        </p:nvSpPr>
        <p:spPr>
          <a:xfrm>
            <a:off x="5067952" y="1597706"/>
            <a:ext cx="2146063" cy="2146063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826536" y="965766"/>
            <a:ext cx="3700748" cy="3747204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2"/>
          </p:nvPr>
        </p:nvSpPr>
        <p:spPr>
          <a:xfrm>
            <a:off x="8439057" y="1597706"/>
            <a:ext cx="2146063" cy="2146063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  <a:alpha val="87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6450330" y="589788"/>
            <a:ext cx="4888992" cy="567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234951" y="397084"/>
            <a:ext cx="3700748" cy="3747204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213866" y="589788"/>
            <a:ext cx="4888992" cy="567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1998487" y="454234"/>
            <a:ext cx="3700748" cy="3747204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8"/>
          <p:cNvSpPr>
            <a:spLocks noGrp="1"/>
          </p:cNvSpPr>
          <p:nvPr>
            <p:ph type="pic" sz="quarter" idx="10"/>
          </p:nvPr>
        </p:nvSpPr>
        <p:spPr>
          <a:xfrm>
            <a:off x="2585330" y="1026206"/>
            <a:ext cx="2146063" cy="2146063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8"/>
          <p:cNvSpPr>
            <a:spLocks noGrp="1"/>
          </p:cNvSpPr>
          <p:nvPr>
            <p:ph type="pic" sz="quarter" idx="11"/>
          </p:nvPr>
        </p:nvSpPr>
        <p:spPr>
          <a:xfrm>
            <a:off x="7821794" y="1026205"/>
            <a:ext cx="2146063" cy="2146063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5"/>
          <p:cNvSpPr>
            <a:spLocks noGrp="1" noChangeAspect="1"/>
          </p:cNvSpPr>
          <p:nvPr>
            <p:ph type="pic" sz="quarter" idx="37"/>
          </p:nvPr>
        </p:nvSpPr>
        <p:spPr>
          <a:xfrm>
            <a:off x="6942516" y="-68660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Picture Placeholder 75"/>
          <p:cNvSpPr>
            <a:spLocks noGrp="1" noChangeAspect="1"/>
          </p:cNvSpPr>
          <p:nvPr>
            <p:ph type="pic" sz="quarter" idx="38"/>
          </p:nvPr>
        </p:nvSpPr>
        <p:spPr>
          <a:xfrm>
            <a:off x="4708566" y="57285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" name="Picture Placeholder 75"/>
          <p:cNvSpPr>
            <a:spLocks noGrp="1" noChangeAspect="1"/>
          </p:cNvSpPr>
          <p:nvPr>
            <p:ph type="pic" sz="quarter" idx="24"/>
          </p:nvPr>
        </p:nvSpPr>
        <p:spPr>
          <a:xfrm>
            <a:off x="9672465" y="-53115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" name="Picture Placeholder 75"/>
          <p:cNvSpPr>
            <a:spLocks noGrp="1" noChangeAspect="1"/>
          </p:cNvSpPr>
          <p:nvPr>
            <p:ph type="pic" sz="quarter" idx="25"/>
          </p:nvPr>
        </p:nvSpPr>
        <p:spPr>
          <a:xfrm>
            <a:off x="7438514" y="7283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7" name="Picture Placeholder 75"/>
          <p:cNvSpPr>
            <a:spLocks noGrp="1" noChangeAspect="1"/>
          </p:cNvSpPr>
          <p:nvPr>
            <p:ph type="pic" sz="quarter" idx="26"/>
          </p:nvPr>
        </p:nvSpPr>
        <p:spPr>
          <a:xfrm>
            <a:off x="5204564" y="198776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8" name="Picture Placeholder 75"/>
          <p:cNvSpPr>
            <a:spLocks noGrp="1" noChangeAspect="1"/>
          </p:cNvSpPr>
          <p:nvPr>
            <p:ph type="pic" sz="quarter" idx="31"/>
          </p:nvPr>
        </p:nvSpPr>
        <p:spPr>
          <a:xfrm>
            <a:off x="10280074" y="81369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9" name="Picture Placeholder 75"/>
          <p:cNvSpPr>
            <a:spLocks noGrp="1" noChangeAspect="1"/>
          </p:cNvSpPr>
          <p:nvPr>
            <p:ph type="pic" sz="quarter" idx="32"/>
          </p:nvPr>
        </p:nvSpPr>
        <p:spPr>
          <a:xfrm>
            <a:off x="8046124" y="207314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75"/>
          <p:cNvSpPr>
            <a:spLocks noGrp="1" noChangeAspect="1"/>
          </p:cNvSpPr>
          <p:nvPr>
            <p:ph type="pic" sz="quarter" idx="33"/>
          </p:nvPr>
        </p:nvSpPr>
        <p:spPr>
          <a:xfrm>
            <a:off x="5812173" y="33326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75"/>
          <p:cNvSpPr>
            <a:spLocks noGrp="1" noChangeAspect="1"/>
          </p:cNvSpPr>
          <p:nvPr>
            <p:ph type="pic" sz="quarter" idx="62"/>
          </p:nvPr>
        </p:nvSpPr>
        <p:spPr>
          <a:xfrm>
            <a:off x="10348604" y="245607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75"/>
          <p:cNvSpPr>
            <a:spLocks noGrp="1" noChangeAspect="1"/>
          </p:cNvSpPr>
          <p:nvPr>
            <p:ph type="pic" sz="quarter" idx="63"/>
          </p:nvPr>
        </p:nvSpPr>
        <p:spPr>
          <a:xfrm>
            <a:off x="8114654" y="371553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75"/>
          <p:cNvSpPr>
            <a:spLocks noGrp="1" noChangeAspect="1"/>
          </p:cNvSpPr>
          <p:nvPr>
            <p:ph type="pic" sz="quarter" idx="68"/>
          </p:nvPr>
        </p:nvSpPr>
        <p:spPr>
          <a:xfrm>
            <a:off x="10536718" y="403782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 rot="19800000">
            <a:off x="5872285" y="-222204"/>
            <a:ext cx="2083738" cy="4094956"/>
            <a:chOff x="1264256" y="645824"/>
            <a:chExt cx="2821047" cy="5535344"/>
          </a:xfrm>
          <a:effectLst>
            <a:outerShdw blurRad="889000" sx="89000" sy="89000" algn="ctr" rotWithShape="0">
              <a:prstClr val="black">
                <a:alpha val="15000"/>
              </a:prstClr>
            </a:outerShdw>
          </a:effectLst>
        </p:grpSpPr>
        <p:grpSp>
          <p:nvGrpSpPr>
            <p:cNvPr id="6" name="Группа 84"/>
            <p:cNvGrpSpPr/>
            <p:nvPr/>
          </p:nvGrpSpPr>
          <p:grpSpPr>
            <a:xfrm>
              <a:off x="1264256" y="645824"/>
              <a:ext cx="2821047" cy="5535344"/>
              <a:chOff x="3421706" y="1143000"/>
              <a:chExt cx="2530932" cy="4966092"/>
            </a:xfrm>
          </p:grpSpPr>
          <p:sp>
            <p:nvSpPr>
              <p:cNvPr id="8" name="Скругленный прямоугольник 85"/>
              <p:cNvSpPr/>
              <p:nvPr userDrawn="1"/>
            </p:nvSpPr>
            <p:spPr>
              <a:xfrm>
                <a:off x="5772337" y="2057401"/>
                <a:ext cx="180301" cy="487680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9" name="Скругленный прямоугольник 86"/>
              <p:cNvSpPr/>
              <p:nvPr userDrawn="1"/>
            </p:nvSpPr>
            <p:spPr>
              <a:xfrm>
                <a:off x="3421706" y="1971500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0" name="Скругленный прямоугольник 87"/>
              <p:cNvSpPr/>
              <p:nvPr userDrawn="1"/>
            </p:nvSpPr>
            <p:spPr>
              <a:xfrm>
                <a:off x="3421706" y="2530199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1" name="Скругленный прямоугольник 88"/>
              <p:cNvSpPr/>
              <p:nvPr userDrawn="1"/>
            </p:nvSpPr>
            <p:spPr>
              <a:xfrm>
                <a:off x="3421706" y="3041744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2" name="Скругленный прямоугольник 89"/>
              <p:cNvSpPr/>
              <p:nvPr userDrawn="1"/>
            </p:nvSpPr>
            <p:spPr>
              <a:xfrm>
                <a:off x="3453659" y="1143000"/>
                <a:ext cx="2465281" cy="4966092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3" name="Овал 90"/>
              <p:cNvSpPr/>
              <p:nvPr userDrawn="1"/>
            </p:nvSpPr>
            <p:spPr>
              <a:xfrm>
                <a:off x="4481234" y="5604489"/>
                <a:ext cx="410131" cy="406782"/>
              </a:xfrm>
              <a:prstGeom prst="ellipse">
                <a:avLst/>
              </a:prstGeom>
              <a:noFill/>
              <a:ln w="15875">
                <a:gradFill flip="none" rotWithShape="1">
                  <a:gsLst>
                    <a:gs pos="320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4" name="Скругленный прямоугольник 91"/>
              <p:cNvSpPr/>
              <p:nvPr userDrawn="1"/>
            </p:nvSpPr>
            <p:spPr>
              <a:xfrm>
                <a:off x="4372270" y="1457767"/>
                <a:ext cx="628058" cy="45719"/>
              </a:xfrm>
              <a:prstGeom prst="roundRect">
                <a:avLst/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5" name="Овал 92"/>
              <p:cNvSpPr/>
              <p:nvPr userDrawn="1"/>
            </p:nvSpPr>
            <p:spPr>
              <a:xfrm flipH="1">
                <a:off x="4159907" y="1451578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6" name="Овал 93"/>
              <p:cNvSpPr/>
              <p:nvPr userDrawn="1"/>
            </p:nvSpPr>
            <p:spPr>
              <a:xfrm flipH="1">
                <a:off x="4656540" y="1271335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</p:grpSp>
        <p:sp>
          <p:nvSpPr>
            <p:cNvPr id="7" name="Rectangle 6"/>
            <p:cNvSpPr/>
            <p:nvPr/>
          </p:nvSpPr>
          <p:spPr>
            <a:xfrm>
              <a:off x="1509657" y="1204476"/>
              <a:ext cx="2330245" cy="4281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875"/>
            </a:p>
          </p:txBody>
        </p:sp>
      </p:grpSp>
      <p:sp>
        <p:nvSpPr>
          <p:cNvPr id="17" name="Picture Placeholder 4"/>
          <p:cNvSpPr>
            <a:spLocks noGrp="1"/>
          </p:cNvSpPr>
          <p:nvPr>
            <p:ph type="pic" sz="quarter" idx="10" hasCustomPrompt="1"/>
          </p:nvPr>
        </p:nvSpPr>
        <p:spPr>
          <a:xfrm rot="19800000">
            <a:off x="6012376" y="159055"/>
            <a:ext cx="1719218" cy="31625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Image Preview</a:t>
            </a:r>
            <a:endParaRPr lang="en-US"/>
          </a:p>
        </p:txBody>
      </p:sp>
      <p:grpSp>
        <p:nvGrpSpPr>
          <p:cNvPr id="18" name="Group 17"/>
          <p:cNvGrpSpPr/>
          <p:nvPr userDrawn="1"/>
        </p:nvGrpSpPr>
        <p:grpSpPr>
          <a:xfrm rot="19800000">
            <a:off x="8249128" y="3841932"/>
            <a:ext cx="2083738" cy="4094956"/>
            <a:chOff x="1264256" y="645824"/>
            <a:chExt cx="2821047" cy="5535344"/>
          </a:xfrm>
          <a:effectLst>
            <a:outerShdw blurRad="889000" sx="89000" sy="89000" algn="ctr" rotWithShape="0">
              <a:prstClr val="black">
                <a:alpha val="15000"/>
              </a:prstClr>
            </a:outerShdw>
          </a:effectLst>
        </p:grpSpPr>
        <p:grpSp>
          <p:nvGrpSpPr>
            <p:cNvPr id="19" name="Группа 84"/>
            <p:cNvGrpSpPr/>
            <p:nvPr/>
          </p:nvGrpSpPr>
          <p:grpSpPr>
            <a:xfrm>
              <a:off x="1264256" y="645824"/>
              <a:ext cx="2821047" cy="5535344"/>
              <a:chOff x="3421706" y="1143000"/>
              <a:chExt cx="2530932" cy="4966092"/>
            </a:xfrm>
          </p:grpSpPr>
          <p:sp>
            <p:nvSpPr>
              <p:cNvPr id="21" name="Скругленный прямоугольник 85"/>
              <p:cNvSpPr/>
              <p:nvPr userDrawn="1"/>
            </p:nvSpPr>
            <p:spPr>
              <a:xfrm>
                <a:off x="5772337" y="2057401"/>
                <a:ext cx="180301" cy="487680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2" name="Скругленный прямоугольник 86"/>
              <p:cNvSpPr/>
              <p:nvPr userDrawn="1"/>
            </p:nvSpPr>
            <p:spPr>
              <a:xfrm>
                <a:off x="3421706" y="1971500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3" name="Скругленный прямоугольник 87"/>
              <p:cNvSpPr/>
              <p:nvPr userDrawn="1"/>
            </p:nvSpPr>
            <p:spPr>
              <a:xfrm>
                <a:off x="3421706" y="2530199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4" name="Скругленный прямоугольник 88"/>
              <p:cNvSpPr/>
              <p:nvPr userDrawn="1"/>
            </p:nvSpPr>
            <p:spPr>
              <a:xfrm>
                <a:off x="3421706" y="3041744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5" name="Скругленный прямоугольник 89"/>
              <p:cNvSpPr/>
              <p:nvPr userDrawn="1"/>
            </p:nvSpPr>
            <p:spPr>
              <a:xfrm>
                <a:off x="3453659" y="1143000"/>
                <a:ext cx="2465281" cy="4966092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6" name="Овал 90"/>
              <p:cNvSpPr/>
              <p:nvPr userDrawn="1"/>
            </p:nvSpPr>
            <p:spPr>
              <a:xfrm>
                <a:off x="4481234" y="5604489"/>
                <a:ext cx="410131" cy="406782"/>
              </a:xfrm>
              <a:prstGeom prst="ellipse">
                <a:avLst/>
              </a:prstGeom>
              <a:noFill/>
              <a:ln w="15875">
                <a:gradFill flip="none" rotWithShape="1">
                  <a:gsLst>
                    <a:gs pos="320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7" name="Скругленный прямоугольник 91"/>
              <p:cNvSpPr/>
              <p:nvPr userDrawn="1"/>
            </p:nvSpPr>
            <p:spPr>
              <a:xfrm>
                <a:off x="4372270" y="1457767"/>
                <a:ext cx="628058" cy="45719"/>
              </a:xfrm>
              <a:prstGeom prst="roundRect">
                <a:avLst/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8" name="Овал 92"/>
              <p:cNvSpPr/>
              <p:nvPr userDrawn="1"/>
            </p:nvSpPr>
            <p:spPr>
              <a:xfrm flipH="1">
                <a:off x="4159907" y="1451578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9" name="Овал 93"/>
              <p:cNvSpPr/>
              <p:nvPr userDrawn="1"/>
            </p:nvSpPr>
            <p:spPr>
              <a:xfrm flipH="1">
                <a:off x="4656540" y="1271335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1509657" y="1204476"/>
              <a:ext cx="2330245" cy="4281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875"/>
            </a:p>
          </p:txBody>
        </p:sp>
      </p:grpSp>
      <p:sp>
        <p:nvSpPr>
          <p:cNvPr id="30" name="Picture Placeholder 4"/>
          <p:cNvSpPr>
            <a:spLocks noGrp="1"/>
          </p:cNvSpPr>
          <p:nvPr>
            <p:ph type="pic" sz="quarter" idx="11" hasCustomPrompt="1"/>
          </p:nvPr>
        </p:nvSpPr>
        <p:spPr>
          <a:xfrm rot="19800000">
            <a:off x="8389219" y="4223190"/>
            <a:ext cx="1719218" cy="31625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Image Preview</a:t>
            </a:r>
            <a:endParaRPr lang="en-US"/>
          </a:p>
        </p:txBody>
      </p:sp>
      <p:grpSp>
        <p:nvGrpSpPr>
          <p:cNvPr id="31" name="Group 30"/>
          <p:cNvGrpSpPr/>
          <p:nvPr userDrawn="1"/>
        </p:nvGrpSpPr>
        <p:grpSpPr>
          <a:xfrm rot="19800000">
            <a:off x="9412998" y="402407"/>
            <a:ext cx="2083738" cy="4094956"/>
            <a:chOff x="1264256" y="645824"/>
            <a:chExt cx="2821047" cy="5535344"/>
          </a:xfrm>
          <a:effectLst>
            <a:outerShdw blurRad="889000" sx="89000" sy="89000" algn="ctr" rotWithShape="0">
              <a:prstClr val="black">
                <a:alpha val="15000"/>
              </a:prstClr>
            </a:outerShdw>
          </a:effectLst>
        </p:grpSpPr>
        <p:grpSp>
          <p:nvGrpSpPr>
            <p:cNvPr id="32" name="Группа 84"/>
            <p:cNvGrpSpPr/>
            <p:nvPr/>
          </p:nvGrpSpPr>
          <p:grpSpPr>
            <a:xfrm>
              <a:off x="1264256" y="645824"/>
              <a:ext cx="2821047" cy="5535344"/>
              <a:chOff x="3421706" y="1143000"/>
              <a:chExt cx="2530932" cy="4966092"/>
            </a:xfrm>
          </p:grpSpPr>
          <p:sp>
            <p:nvSpPr>
              <p:cNvPr id="34" name="Скругленный прямоугольник 85"/>
              <p:cNvSpPr/>
              <p:nvPr userDrawn="1"/>
            </p:nvSpPr>
            <p:spPr>
              <a:xfrm>
                <a:off x="5772337" y="2057401"/>
                <a:ext cx="180301" cy="487680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35" name="Скругленный прямоугольник 86"/>
              <p:cNvSpPr/>
              <p:nvPr userDrawn="1"/>
            </p:nvSpPr>
            <p:spPr>
              <a:xfrm>
                <a:off x="3421706" y="1971500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36" name="Скругленный прямоугольник 87"/>
              <p:cNvSpPr/>
              <p:nvPr userDrawn="1"/>
            </p:nvSpPr>
            <p:spPr>
              <a:xfrm>
                <a:off x="3421706" y="2530199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37" name="Скругленный прямоугольник 88"/>
              <p:cNvSpPr/>
              <p:nvPr userDrawn="1"/>
            </p:nvSpPr>
            <p:spPr>
              <a:xfrm>
                <a:off x="3421706" y="3041744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38" name="Скругленный прямоугольник 89"/>
              <p:cNvSpPr/>
              <p:nvPr userDrawn="1"/>
            </p:nvSpPr>
            <p:spPr>
              <a:xfrm>
                <a:off x="3453659" y="1143000"/>
                <a:ext cx="2465281" cy="4966092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39" name="Овал 90"/>
              <p:cNvSpPr/>
              <p:nvPr userDrawn="1"/>
            </p:nvSpPr>
            <p:spPr>
              <a:xfrm>
                <a:off x="4481234" y="5604489"/>
                <a:ext cx="410131" cy="406782"/>
              </a:xfrm>
              <a:prstGeom prst="ellipse">
                <a:avLst/>
              </a:prstGeom>
              <a:noFill/>
              <a:ln w="15875">
                <a:gradFill flip="none" rotWithShape="1">
                  <a:gsLst>
                    <a:gs pos="320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40" name="Скругленный прямоугольник 91"/>
              <p:cNvSpPr/>
              <p:nvPr userDrawn="1"/>
            </p:nvSpPr>
            <p:spPr>
              <a:xfrm>
                <a:off x="4372270" y="1457767"/>
                <a:ext cx="628058" cy="45719"/>
              </a:xfrm>
              <a:prstGeom prst="roundRect">
                <a:avLst/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41" name="Овал 92"/>
              <p:cNvSpPr/>
              <p:nvPr userDrawn="1"/>
            </p:nvSpPr>
            <p:spPr>
              <a:xfrm flipH="1">
                <a:off x="4159907" y="1451578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42" name="Овал 93"/>
              <p:cNvSpPr/>
              <p:nvPr userDrawn="1"/>
            </p:nvSpPr>
            <p:spPr>
              <a:xfrm flipH="1">
                <a:off x="4656540" y="1271335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</p:grpSp>
        <p:sp>
          <p:nvSpPr>
            <p:cNvPr id="33" name="Rectangle 32"/>
            <p:cNvSpPr/>
            <p:nvPr/>
          </p:nvSpPr>
          <p:spPr>
            <a:xfrm>
              <a:off x="1509657" y="1204476"/>
              <a:ext cx="2330245" cy="4281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875"/>
            </a:p>
          </p:txBody>
        </p:sp>
      </p:grpSp>
      <p:sp>
        <p:nvSpPr>
          <p:cNvPr id="4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 rot="19800000">
            <a:off x="9553089" y="783666"/>
            <a:ext cx="1719218" cy="31625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Image Preview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0" grpId="0"/>
      <p:bldP spid="43" grpId="0"/>
    </p:bldLst>
  </p:timing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3_Devic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1016000" y="0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8" name="Полилиния 37"/>
          <p:cNvSpPr/>
          <p:nvPr/>
        </p:nvSpPr>
        <p:spPr>
          <a:xfrm>
            <a:off x="-1" y="0"/>
            <a:ext cx="4061792" cy="6858000"/>
          </a:xfrm>
          <a:custGeom>
            <a:avLst/>
            <a:gdLst>
              <a:gd name="connsiteX0" fmla="*/ 0 w 4061792"/>
              <a:gd name="connsiteY0" fmla="*/ 0 h 6858000"/>
              <a:gd name="connsiteX1" fmla="*/ 1 w 4061792"/>
              <a:gd name="connsiteY1" fmla="*/ 0 h 6858000"/>
              <a:gd name="connsiteX2" fmla="*/ 1 w 4061792"/>
              <a:gd name="connsiteY2" fmla="*/ 6857996 h 6858000"/>
              <a:gd name="connsiteX3" fmla="*/ 4061785 w 4061792"/>
              <a:gd name="connsiteY3" fmla="*/ 6857996 h 6858000"/>
              <a:gd name="connsiteX4" fmla="*/ 4061792 w 4061792"/>
              <a:gd name="connsiteY4" fmla="*/ 6858000 h 6858000"/>
              <a:gd name="connsiteX5" fmla="*/ 0 w 4061792"/>
              <a:gd name="connsiteY5" fmla="*/ 6858000 h 6858000"/>
              <a:gd name="connsiteX6" fmla="*/ 0 w 40617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61792" h="6858000">
                <a:moveTo>
                  <a:pt x="0" y="0"/>
                </a:moveTo>
                <a:lnTo>
                  <a:pt x="1" y="0"/>
                </a:lnTo>
                <a:lnTo>
                  <a:pt x="1" y="6857996"/>
                </a:lnTo>
                <a:lnTo>
                  <a:pt x="4061785" y="6857996"/>
                </a:lnTo>
                <a:lnTo>
                  <a:pt x="406179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Рисунок 13"/>
          <p:cNvSpPr>
            <a:spLocks noGrp="1"/>
          </p:cNvSpPr>
          <p:nvPr>
            <p:ph type="pic" sz="quarter" idx="13" hasCustomPrompt="1"/>
          </p:nvPr>
        </p:nvSpPr>
        <p:spPr>
          <a:xfrm>
            <a:off x="3921856" y="3"/>
            <a:ext cx="1158364" cy="204596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  <a:effectLst>
            <a:outerShdw blurRad="1270000" dist="381000" dir="24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95000"/>
                    <a:lumOff val="5000"/>
                    <a:alpha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25" name="Рисунок 13"/>
          <p:cNvSpPr>
            <a:spLocks noGrp="1"/>
          </p:cNvSpPr>
          <p:nvPr>
            <p:ph type="pic" sz="quarter" idx="14" hasCustomPrompt="1"/>
          </p:nvPr>
        </p:nvSpPr>
        <p:spPr>
          <a:xfrm>
            <a:off x="9157767" y="1131547"/>
            <a:ext cx="1499950" cy="2649288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  <a:effectLst>
            <a:outerShdw blurRad="1270000" dist="635000" dir="24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95000"/>
                    <a:lumOff val="5000"/>
                    <a:alpha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26" name="Рисунок 13"/>
          <p:cNvSpPr>
            <a:spLocks noGrp="1"/>
          </p:cNvSpPr>
          <p:nvPr>
            <p:ph type="pic" sz="quarter" idx="15" hasCustomPrompt="1"/>
          </p:nvPr>
        </p:nvSpPr>
        <p:spPr>
          <a:xfrm>
            <a:off x="2056821" y="3457515"/>
            <a:ext cx="1163308" cy="205469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  <a:effectLst>
            <a:outerShdw blurRad="1270000" dist="381000" dir="24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95000"/>
                    <a:lumOff val="5000"/>
                    <a:alpha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49" name="Рисунок 13"/>
          <p:cNvSpPr>
            <a:spLocks noGrp="1"/>
          </p:cNvSpPr>
          <p:nvPr>
            <p:ph type="pic" sz="quarter" idx="64" hasCustomPrompt="1"/>
          </p:nvPr>
        </p:nvSpPr>
        <p:spPr>
          <a:xfrm>
            <a:off x="6103714" y="3029569"/>
            <a:ext cx="2167548" cy="382843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95000"/>
                    <a:lumOff val="5000"/>
                    <a:alpha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50" name="Рисунок 13"/>
          <p:cNvSpPr>
            <a:spLocks noGrp="1"/>
          </p:cNvSpPr>
          <p:nvPr>
            <p:ph type="pic" sz="quarter" idx="99" hasCustomPrompt="1"/>
          </p:nvPr>
        </p:nvSpPr>
        <p:spPr>
          <a:xfrm>
            <a:off x="3921856" y="3457518"/>
            <a:ext cx="1158364" cy="204596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  <a:effectLst>
            <a:outerShdw blurRad="1270000" dist="381000" dir="24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95000"/>
                    <a:lumOff val="5000"/>
                    <a:alpha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14" name="Shape 41"/>
          <p:cNvSpPr>
            <a:spLocks noGrp="1"/>
          </p:cNvSpPr>
          <p:nvPr>
            <p:ph type="body" sz="quarter" idx="141" hasCustomPrompt="1"/>
          </p:nvPr>
        </p:nvSpPr>
        <p:spPr>
          <a:xfrm>
            <a:off x="2056821" y="5512207"/>
            <a:ext cx="1163308" cy="53463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15" name="Shape 41"/>
          <p:cNvSpPr>
            <a:spLocks noGrp="1"/>
          </p:cNvSpPr>
          <p:nvPr>
            <p:ph type="body" sz="quarter" idx="142" hasCustomPrompt="1"/>
          </p:nvPr>
        </p:nvSpPr>
        <p:spPr>
          <a:xfrm>
            <a:off x="3916912" y="5512207"/>
            <a:ext cx="1163308" cy="53463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16" name="Shape 41"/>
          <p:cNvSpPr>
            <a:spLocks noGrp="1"/>
          </p:cNvSpPr>
          <p:nvPr>
            <p:ph type="body" sz="quarter" idx="143" hasCustomPrompt="1"/>
          </p:nvPr>
        </p:nvSpPr>
        <p:spPr>
          <a:xfrm>
            <a:off x="3909667" y="2095739"/>
            <a:ext cx="1163308" cy="53463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17" name="Shape 41"/>
          <p:cNvSpPr>
            <a:spLocks noGrp="1"/>
          </p:cNvSpPr>
          <p:nvPr>
            <p:ph type="body" sz="quarter" idx="144" hasCustomPrompt="1"/>
          </p:nvPr>
        </p:nvSpPr>
        <p:spPr>
          <a:xfrm>
            <a:off x="9157767" y="3780834"/>
            <a:ext cx="1499950" cy="53463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50" grpId="0" animBg="1"/>
      <p:bldP spid="1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1_Device Preview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654299" y="799050"/>
            <a:ext cx="8895424" cy="2454431"/>
            <a:chOff x="1654297" y="1584960"/>
            <a:chExt cx="8895423" cy="2454431"/>
          </a:xfrm>
        </p:grpSpPr>
        <p:sp>
          <p:nvSpPr>
            <p:cNvPr id="55" name="Freeform 54"/>
            <p:cNvSpPr/>
            <p:nvPr/>
          </p:nvSpPr>
          <p:spPr>
            <a:xfrm flipH="1">
              <a:off x="5221287" y="3021639"/>
              <a:ext cx="1736724" cy="960153"/>
            </a:xfrm>
            <a:custGeom>
              <a:avLst/>
              <a:gdLst>
                <a:gd name="connsiteX0" fmla="*/ 921326 w 1842652"/>
                <a:gd name="connsiteY0" fmla="*/ 0 h 1160626"/>
                <a:gd name="connsiteX1" fmla="*/ 486352 w 1842652"/>
                <a:gd name="connsiteY1" fmla="*/ 957 h 1160626"/>
                <a:gd name="connsiteX2" fmla="*/ 106938 w 1842652"/>
                <a:gd name="connsiteY2" fmla="*/ 254165 h 1160626"/>
                <a:gd name="connsiteX3" fmla="*/ 2163 w 1842652"/>
                <a:gd name="connsiteY3" fmla="*/ 871700 h 1160626"/>
                <a:gd name="connsiteX4" fmla="*/ 274421 w 1842652"/>
                <a:gd name="connsiteY4" fmla="*/ 1160626 h 1160626"/>
                <a:gd name="connsiteX5" fmla="*/ 921326 w 1842652"/>
                <a:gd name="connsiteY5" fmla="*/ 1160626 h 1160626"/>
                <a:gd name="connsiteX6" fmla="*/ 1568231 w 1842652"/>
                <a:gd name="connsiteY6" fmla="*/ 1160626 h 1160626"/>
                <a:gd name="connsiteX7" fmla="*/ 1840489 w 1842652"/>
                <a:gd name="connsiteY7" fmla="*/ 871700 h 1160626"/>
                <a:gd name="connsiteX8" fmla="*/ 1735714 w 1842652"/>
                <a:gd name="connsiteY8" fmla="*/ 254165 h 1160626"/>
                <a:gd name="connsiteX9" fmla="*/ 1356300 w 1842652"/>
                <a:gd name="connsiteY9" fmla="*/ 957 h 116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42652" h="1160626">
                  <a:moveTo>
                    <a:pt x="921326" y="0"/>
                  </a:moveTo>
                  <a:lnTo>
                    <a:pt x="486352" y="957"/>
                  </a:lnTo>
                  <a:cubicBezTo>
                    <a:pt x="303110" y="957"/>
                    <a:pt x="149801" y="54254"/>
                    <a:pt x="106938" y="254165"/>
                  </a:cubicBezTo>
                  <a:cubicBezTo>
                    <a:pt x="68838" y="448897"/>
                    <a:pt x="16450" y="686493"/>
                    <a:pt x="2163" y="871700"/>
                  </a:cubicBezTo>
                  <a:cubicBezTo>
                    <a:pt x="-16887" y="1054942"/>
                    <a:pt x="91179" y="1160626"/>
                    <a:pt x="274421" y="1160626"/>
                  </a:cubicBezTo>
                  <a:lnTo>
                    <a:pt x="921326" y="1160626"/>
                  </a:lnTo>
                  <a:lnTo>
                    <a:pt x="1568231" y="1160626"/>
                  </a:lnTo>
                  <a:cubicBezTo>
                    <a:pt x="1751473" y="1160626"/>
                    <a:pt x="1859539" y="1054942"/>
                    <a:pt x="1840489" y="871700"/>
                  </a:cubicBezTo>
                  <a:cubicBezTo>
                    <a:pt x="1826202" y="686493"/>
                    <a:pt x="1773814" y="448897"/>
                    <a:pt x="1735714" y="254165"/>
                  </a:cubicBezTo>
                  <a:cubicBezTo>
                    <a:pt x="1692851" y="54254"/>
                    <a:pt x="1539542" y="957"/>
                    <a:pt x="1356300" y="95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52" name="Freeform 51"/>
            <p:cNvSpPr/>
            <p:nvPr/>
          </p:nvSpPr>
          <p:spPr>
            <a:xfrm flipH="1">
              <a:off x="5174876" y="2878765"/>
              <a:ext cx="1842652" cy="1160626"/>
            </a:xfrm>
            <a:custGeom>
              <a:avLst/>
              <a:gdLst>
                <a:gd name="connsiteX0" fmla="*/ 921326 w 1842652"/>
                <a:gd name="connsiteY0" fmla="*/ 0 h 1160626"/>
                <a:gd name="connsiteX1" fmla="*/ 486352 w 1842652"/>
                <a:gd name="connsiteY1" fmla="*/ 957 h 1160626"/>
                <a:gd name="connsiteX2" fmla="*/ 106938 w 1842652"/>
                <a:gd name="connsiteY2" fmla="*/ 254165 h 1160626"/>
                <a:gd name="connsiteX3" fmla="*/ 2163 w 1842652"/>
                <a:gd name="connsiteY3" fmla="*/ 871700 h 1160626"/>
                <a:gd name="connsiteX4" fmla="*/ 274421 w 1842652"/>
                <a:gd name="connsiteY4" fmla="*/ 1160626 h 1160626"/>
                <a:gd name="connsiteX5" fmla="*/ 921326 w 1842652"/>
                <a:gd name="connsiteY5" fmla="*/ 1160626 h 1160626"/>
                <a:gd name="connsiteX6" fmla="*/ 1568231 w 1842652"/>
                <a:gd name="connsiteY6" fmla="*/ 1160626 h 1160626"/>
                <a:gd name="connsiteX7" fmla="*/ 1840489 w 1842652"/>
                <a:gd name="connsiteY7" fmla="*/ 871700 h 1160626"/>
                <a:gd name="connsiteX8" fmla="*/ 1735714 w 1842652"/>
                <a:gd name="connsiteY8" fmla="*/ 254165 h 1160626"/>
                <a:gd name="connsiteX9" fmla="*/ 1356300 w 1842652"/>
                <a:gd name="connsiteY9" fmla="*/ 957 h 116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42652" h="1160626">
                  <a:moveTo>
                    <a:pt x="921326" y="0"/>
                  </a:moveTo>
                  <a:lnTo>
                    <a:pt x="486352" y="957"/>
                  </a:lnTo>
                  <a:cubicBezTo>
                    <a:pt x="303110" y="957"/>
                    <a:pt x="149801" y="54254"/>
                    <a:pt x="106938" y="254165"/>
                  </a:cubicBezTo>
                  <a:cubicBezTo>
                    <a:pt x="68838" y="448897"/>
                    <a:pt x="16450" y="686493"/>
                    <a:pt x="2163" y="871700"/>
                  </a:cubicBezTo>
                  <a:cubicBezTo>
                    <a:pt x="-16887" y="1054942"/>
                    <a:pt x="91179" y="1160626"/>
                    <a:pt x="274421" y="1160626"/>
                  </a:cubicBezTo>
                  <a:lnTo>
                    <a:pt x="921326" y="1160626"/>
                  </a:lnTo>
                  <a:lnTo>
                    <a:pt x="1568231" y="1160626"/>
                  </a:lnTo>
                  <a:cubicBezTo>
                    <a:pt x="1751473" y="1160626"/>
                    <a:pt x="1859539" y="1054942"/>
                    <a:pt x="1840489" y="871700"/>
                  </a:cubicBezTo>
                  <a:cubicBezTo>
                    <a:pt x="1826202" y="686493"/>
                    <a:pt x="1773814" y="448897"/>
                    <a:pt x="1735714" y="254165"/>
                  </a:cubicBezTo>
                  <a:cubicBezTo>
                    <a:pt x="1692851" y="54254"/>
                    <a:pt x="1539542" y="957"/>
                    <a:pt x="1356300" y="957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49" name="Freeform 48"/>
            <p:cNvSpPr/>
            <p:nvPr/>
          </p:nvSpPr>
          <p:spPr>
            <a:xfrm flipH="1">
              <a:off x="5174674" y="2866065"/>
              <a:ext cx="1842652" cy="1160626"/>
            </a:xfrm>
            <a:custGeom>
              <a:avLst/>
              <a:gdLst>
                <a:gd name="connsiteX0" fmla="*/ 921326 w 1842652"/>
                <a:gd name="connsiteY0" fmla="*/ 0 h 1160626"/>
                <a:gd name="connsiteX1" fmla="*/ 486352 w 1842652"/>
                <a:gd name="connsiteY1" fmla="*/ 957 h 1160626"/>
                <a:gd name="connsiteX2" fmla="*/ 106938 w 1842652"/>
                <a:gd name="connsiteY2" fmla="*/ 254165 h 1160626"/>
                <a:gd name="connsiteX3" fmla="*/ 2163 w 1842652"/>
                <a:gd name="connsiteY3" fmla="*/ 871700 h 1160626"/>
                <a:gd name="connsiteX4" fmla="*/ 274421 w 1842652"/>
                <a:gd name="connsiteY4" fmla="*/ 1160626 h 1160626"/>
                <a:gd name="connsiteX5" fmla="*/ 921326 w 1842652"/>
                <a:gd name="connsiteY5" fmla="*/ 1160626 h 1160626"/>
                <a:gd name="connsiteX6" fmla="*/ 1568231 w 1842652"/>
                <a:gd name="connsiteY6" fmla="*/ 1160626 h 1160626"/>
                <a:gd name="connsiteX7" fmla="*/ 1840489 w 1842652"/>
                <a:gd name="connsiteY7" fmla="*/ 871700 h 1160626"/>
                <a:gd name="connsiteX8" fmla="*/ 1735714 w 1842652"/>
                <a:gd name="connsiteY8" fmla="*/ 254165 h 1160626"/>
                <a:gd name="connsiteX9" fmla="*/ 1356300 w 1842652"/>
                <a:gd name="connsiteY9" fmla="*/ 957 h 116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42652" h="1160626">
                  <a:moveTo>
                    <a:pt x="921326" y="0"/>
                  </a:moveTo>
                  <a:lnTo>
                    <a:pt x="486352" y="957"/>
                  </a:lnTo>
                  <a:cubicBezTo>
                    <a:pt x="303110" y="957"/>
                    <a:pt x="149801" y="54254"/>
                    <a:pt x="106938" y="254165"/>
                  </a:cubicBezTo>
                  <a:cubicBezTo>
                    <a:pt x="68838" y="448897"/>
                    <a:pt x="16450" y="686493"/>
                    <a:pt x="2163" y="871700"/>
                  </a:cubicBezTo>
                  <a:cubicBezTo>
                    <a:pt x="-16887" y="1054942"/>
                    <a:pt x="91179" y="1160626"/>
                    <a:pt x="274421" y="1160626"/>
                  </a:cubicBezTo>
                  <a:lnTo>
                    <a:pt x="921326" y="1160626"/>
                  </a:lnTo>
                  <a:lnTo>
                    <a:pt x="1568231" y="1160626"/>
                  </a:lnTo>
                  <a:cubicBezTo>
                    <a:pt x="1751473" y="1160626"/>
                    <a:pt x="1859539" y="1054942"/>
                    <a:pt x="1840489" y="871700"/>
                  </a:cubicBezTo>
                  <a:cubicBezTo>
                    <a:pt x="1826202" y="686493"/>
                    <a:pt x="1773814" y="448897"/>
                    <a:pt x="1735714" y="254165"/>
                  </a:cubicBezTo>
                  <a:cubicBezTo>
                    <a:pt x="1692851" y="54254"/>
                    <a:pt x="1539542" y="957"/>
                    <a:pt x="1356300" y="957"/>
                  </a:cubicBezTo>
                  <a:close/>
                </a:path>
              </a:pathLst>
            </a:custGeom>
            <a:gradFill>
              <a:gsLst>
                <a:gs pos="93000">
                  <a:srgbClr val="7A7A84"/>
                </a:gs>
                <a:gs pos="0">
                  <a:srgbClr val="EDEDF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57" name="Freeform 56"/>
            <p:cNvSpPr/>
            <p:nvPr/>
          </p:nvSpPr>
          <p:spPr>
            <a:xfrm flipH="1">
              <a:off x="3404464" y="3061839"/>
              <a:ext cx="5724002" cy="287187"/>
            </a:xfrm>
            <a:custGeom>
              <a:avLst/>
              <a:gdLst>
                <a:gd name="connsiteX0" fmla="*/ 921326 w 1842652"/>
                <a:gd name="connsiteY0" fmla="*/ 0 h 1160626"/>
                <a:gd name="connsiteX1" fmla="*/ 486352 w 1842652"/>
                <a:gd name="connsiteY1" fmla="*/ 957 h 1160626"/>
                <a:gd name="connsiteX2" fmla="*/ 106938 w 1842652"/>
                <a:gd name="connsiteY2" fmla="*/ 254165 h 1160626"/>
                <a:gd name="connsiteX3" fmla="*/ 2163 w 1842652"/>
                <a:gd name="connsiteY3" fmla="*/ 871700 h 1160626"/>
                <a:gd name="connsiteX4" fmla="*/ 274421 w 1842652"/>
                <a:gd name="connsiteY4" fmla="*/ 1160626 h 1160626"/>
                <a:gd name="connsiteX5" fmla="*/ 921326 w 1842652"/>
                <a:gd name="connsiteY5" fmla="*/ 1160626 h 1160626"/>
                <a:gd name="connsiteX6" fmla="*/ 1568231 w 1842652"/>
                <a:gd name="connsiteY6" fmla="*/ 1160626 h 1160626"/>
                <a:gd name="connsiteX7" fmla="*/ 1840489 w 1842652"/>
                <a:gd name="connsiteY7" fmla="*/ 871700 h 1160626"/>
                <a:gd name="connsiteX8" fmla="*/ 1735714 w 1842652"/>
                <a:gd name="connsiteY8" fmla="*/ 254165 h 1160626"/>
                <a:gd name="connsiteX9" fmla="*/ 1356300 w 1842652"/>
                <a:gd name="connsiteY9" fmla="*/ 957 h 116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42652" h="1160626">
                  <a:moveTo>
                    <a:pt x="921326" y="0"/>
                  </a:moveTo>
                  <a:lnTo>
                    <a:pt x="486352" y="957"/>
                  </a:lnTo>
                  <a:cubicBezTo>
                    <a:pt x="303110" y="957"/>
                    <a:pt x="149801" y="54254"/>
                    <a:pt x="106938" y="254165"/>
                  </a:cubicBezTo>
                  <a:cubicBezTo>
                    <a:pt x="68838" y="448897"/>
                    <a:pt x="16450" y="686493"/>
                    <a:pt x="2163" y="871700"/>
                  </a:cubicBezTo>
                  <a:cubicBezTo>
                    <a:pt x="-16887" y="1054942"/>
                    <a:pt x="91179" y="1160626"/>
                    <a:pt x="274421" y="1160626"/>
                  </a:cubicBezTo>
                  <a:lnTo>
                    <a:pt x="921326" y="1160626"/>
                  </a:lnTo>
                  <a:lnTo>
                    <a:pt x="1568231" y="1160626"/>
                  </a:lnTo>
                  <a:cubicBezTo>
                    <a:pt x="1751473" y="1160626"/>
                    <a:pt x="1859539" y="1054942"/>
                    <a:pt x="1840489" y="871700"/>
                  </a:cubicBezTo>
                  <a:cubicBezTo>
                    <a:pt x="1826202" y="686493"/>
                    <a:pt x="1773814" y="448897"/>
                    <a:pt x="1735714" y="254165"/>
                  </a:cubicBezTo>
                  <a:cubicBezTo>
                    <a:pt x="1692851" y="54254"/>
                    <a:pt x="1539542" y="957"/>
                    <a:pt x="1356300" y="957"/>
                  </a:cubicBezTo>
                  <a:close/>
                </a:path>
              </a:pathLst>
            </a:custGeom>
            <a:solidFill>
              <a:schemeClr val="tx1">
                <a:alpha val="36000"/>
              </a:schemeClr>
            </a:solidFill>
            <a:ln>
              <a:noFill/>
            </a:ln>
            <a:effectLst>
              <a:outerShdw blurRad="304800" dist="317500" dir="2700000" algn="tl" rotWithShape="0">
                <a:prstClr val="black">
                  <a:alpha val="5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654297" y="1589166"/>
              <a:ext cx="8895423" cy="1839595"/>
            </a:xfrm>
            <a:custGeom>
              <a:avLst/>
              <a:gdLst>
                <a:gd name="connsiteX0" fmla="*/ 60519 w 8895423"/>
                <a:gd name="connsiteY0" fmla="*/ 243956 h 1839595"/>
                <a:gd name="connsiteX1" fmla="*/ 218750 w 8895423"/>
                <a:gd name="connsiteY1" fmla="*/ 0 h 1839595"/>
                <a:gd name="connsiteX2" fmla="*/ 8686878 w 8895423"/>
                <a:gd name="connsiteY2" fmla="*/ 3175 h 1839595"/>
                <a:gd name="connsiteX3" fmla="*/ 8829234 w 8895423"/>
                <a:gd name="connsiteY3" fmla="*/ 247131 h 1839595"/>
                <a:gd name="connsiteX4" fmla="*/ 7791009 w 8895423"/>
                <a:gd name="connsiteY4" fmla="*/ 1624214 h 1839595"/>
                <a:gd name="connsiteX5" fmla="*/ 7474028 w 8895423"/>
                <a:gd name="connsiteY5" fmla="*/ 1833245 h 1839595"/>
                <a:gd name="connsiteX6" fmla="*/ 1450650 w 8895423"/>
                <a:gd name="connsiteY6" fmla="*/ 1839595 h 1839595"/>
                <a:gd name="connsiteX7" fmla="*/ 1089219 w 8895423"/>
                <a:gd name="connsiteY7" fmla="*/ 1611514 h 1839595"/>
                <a:gd name="connsiteX8" fmla="*/ 60519 w 8895423"/>
                <a:gd name="connsiteY8" fmla="*/ 243956 h 183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95423" h="1839595">
                  <a:moveTo>
                    <a:pt x="60519" y="243956"/>
                  </a:moveTo>
                  <a:cubicBezTo>
                    <a:pt x="-101406" y="48804"/>
                    <a:pt x="99798" y="0"/>
                    <a:pt x="218750" y="0"/>
                  </a:cubicBezTo>
                  <a:lnTo>
                    <a:pt x="8686878" y="3175"/>
                  </a:lnTo>
                  <a:cubicBezTo>
                    <a:pt x="8805830" y="3175"/>
                    <a:pt x="8997509" y="48804"/>
                    <a:pt x="8829234" y="247131"/>
                  </a:cubicBezTo>
                  <a:lnTo>
                    <a:pt x="7791009" y="1624214"/>
                  </a:lnTo>
                  <a:cubicBezTo>
                    <a:pt x="7676709" y="1793966"/>
                    <a:pt x="7592980" y="1833245"/>
                    <a:pt x="7474028" y="1833245"/>
                  </a:cubicBezTo>
                  <a:lnTo>
                    <a:pt x="1450650" y="1839595"/>
                  </a:lnTo>
                  <a:cubicBezTo>
                    <a:pt x="1331698" y="1839595"/>
                    <a:pt x="1235269" y="1793966"/>
                    <a:pt x="1089219" y="1611514"/>
                  </a:cubicBezTo>
                  <a:cubicBezTo>
                    <a:pt x="727269" y="1137670"/>
                    <a:pt x="330394" y="600325"/>
                    <a:pt x="60519" y="243956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1659606" y="1584960"/>
              <a:ext cx="8888660" cy="94712"/>
            </a:xfrm>
            <a:custGeom>
              <a:avLst/>
              <a:gdLst>
                <a:gd name="connsiteX0" fmla="*/ 102381 w 8888660"/>
                <a:gd name="connsiteY0" fmla="*/ 0 h 94712"/>
                <a:gd name="connsiteX1" fmla="*/ 8786279 w 8888660"/>
                <a:gd name="connsiteY1" fmla="*/ 0 h 94712"/>
                <a:gd name="connsiteX2" fmla="*/ 8882402 w 8888660"/>
                <a:gd name="connsiteY2" fmla="*/ 63715 h 94712"/>
                <a:gd name="connsiteX3" fmla="*/ 8888660 w 8888660"/>
                <a:gd name="connsiteY3" fmla="*/ 94712 h 94712"/>
                <a:gd name="connsiteX4" fmla="*/ 8838149 w 8888660"/>
                <a:gd name="connsiteY4" fmla="*/ 60656 h 94712"/>
                <a:gd name="connsiteX5" fmla="*/ 8760002 w 8888660"/>
                <a:gd name="connsiteY5" fmla="*/ 44879 h 94712"/>
                <a:gd name="connsiteX6" fmla="*/ 128659 w 8888660"/>
                <a:gd name="connsiteY6" fmla="*/ 44879 h 94712"/>
                <a:gd name="connsiteX7" fmla="*/ 50512 w 8888660"/>
                <a:gd name="connsiteY7" fmla="*/ 60656 h 94712"/>
                <a:gd name="connsiteX8" fmla="*/ 0 w 8888660"/>
                <a:gd name="connsiteY8" fmla="*/ 94712 h 94712"/>
                <a:gd name="connsiteX9" fmla="*/ 6258 w 8888660"/>
                <a:gd name="connsiteY9" fmla="*/ 63715 h 94712"/>
                <a:gd name="connsiteX10" fmla="*/ 102381 w 8888660"/>
                <a:gd name="connsiteY10" fmla="*/ 0 h 94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88660" h="94712">
                  <a:moveTo>
                    <a:pt x="102381" y="0"/>
                  </a:moveTo>
                  <a:lnTo>
                    <a:pt x="8786279" y="0"/>
                  </a:lnTo>
                  <a:cubicBezTo>
                    <a:pt x="8829490" y="0"/>
                    <a:pt x="8866565" y="26272"/>
                    <a:pt x="8882402" y="63715"/>
                  </a:cubicBezTo>
                  <a:lnTo>
                    <a:pt x="8888660" y="94712"/>
                  </a:lnTo>
                  <a:lnTo>
                    <a:pt x="8838149" y="60656"/>
                  </a:lnTo>
                  <a:cubicBezTo>
                    <a:pt x="8814130" y="50497"/>
                    <a:pt x="8787722" y="44879"/>
                    <a:pt x="8760002" y="44879"/>
                  </a:cubicBezTo>
                  <a:lnTo>
                    <a:pt x="128659" y="44879"/>
                  </a:lnTo>
                  <a:cubicBezTo>
                    <a:pt x="100939" y="44879"/>
                    <a:pt x="74531" y="50497"/>
                    <a:pt x="50512" y="60656"/>
                  </a:cubicBezTo>
                  <a:lnTo>
                    <a:pt x="0" y="94712"/>
                  </a:lnTo>
                  <a:lnTo>
                    <a:pt x="6258" y="63715"/>
                  </a:lnTo>
                  <a:cubicBezTo>
                    <a:pt x="22095" y="26272"/>
                    <a:pt x="59170" y="0"/>
                    <a:pt x="102381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  <a:gs pos="99000">
                  <a:schemeClr val="tx1">
                    <a:lumMod val="75000"/>
                    <a:lumOff val="25000"/>
                  </a:schemeClr>
                </a:gs>
                <a:gs pos="97000">
                  <a:schemeClr val="bg1">
                    <a:lumMod val="85000"/>
                  </a:schemeClr>
                </a:gs>
                <a:gs pos="1000">
                  <a:schemeClr val="tx1">
                    <a:lumMod val="65000"/>
                    <a:lumOff val="35000"/>
                  </a:schemeClr>
                </a:gs>
                <a:gs pos="300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790824" y="3267503"/>
              <a:ext cx="6622257" cy="171585"/>
            </a:xfrm>
            <a:custGeom>
              <a:avLst/>
              <a:gdLst>
                <a:gd name="connsiteX0" fmla="*/ 0 w 6621970"/>
                <a:gd name="connsiteY0" fmla="*/ 0 h 171258"/>
                <a:gd name="connsiteX1" fmla="*/ 6621970 w 6621970"/>
                <a:gd name="connsiteY1" fmla="*/ 0 h 171258"/>
                <a:gd name="connsiteX2" fmla="*/ 6612181 w 6621970"/>
                <a:gd name="connsiteY2" fmla="*/ 13596 h 171258"/>
                <a:gd name="connsiteX3" fmla="*/ 6336758 w 6621970"/>
                <a:gd name="connsiteY3" fmla="*/ 164908 h 171258"/>
                <a:gd name="connsiteX4" fmla="*/ 313380 w 6621970"/>
                <a:gd name="connsiteY4" fmla="*/ 171258 h 171258"/>
                <a:gd name="connsiteX5" fmla="*/ 4533 w 6621970"/>
                <a:gd name="connsiteY5" fmla="*/ 5361 h 171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21969" h="171258">
                  <a:moveTo>
                    <a:pt x="0" y="0"/>
                  </a:moveTo>
                  <a:lnTo>
                    <a:pt x="6621970" y="0"/>
                  </a:lnTo>
                  <a:lnTo>
                    <a:pt x="6612181" y="13596"/>
                  </a:lnTo>
                  <a:cubicBezTo>
                    <a:pt x="6517956" y="134835"/>
                    <a:pt x="6440841" y="164908"/>
                    <a:pt x="6336758" y="164908"/>
                  </a:cubicBezTo>
                  <a:lnTo>
                    <a:pt x="313380" y="171258"/>
                  </a:lnTo>
                  <a:cubicBezTo>
                    <a:pt x="209297" y="171258"/>
                    <a:pt x="122458" y="136323"/>
                    <a:pt x="4533" y="5361"/>
                  </a:cubicBezTo>
                  <a:close/>
                </a:path>
              </a:pathLst>
            </a:custGeom>
            <a:gradFill>
              <a:gsLst>
                <a:gs pos="100000">
                  <a:srgbClr val="8A8A92"/>
                </a:gs>
                <a:gs pos="0">
                  <a:srgbClr val="EDEDF3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32" name="Рисунок 13"/>
          <p:cNvSpPr>
            <a:spLocks noGrp="1"/>
          </p:cNvSpPr>
          <p:nvPr>
            <p:ph type="pic" sz="quarter" idx="66" hasCustomPrompt="1"/>
          </p:nvPr>
        </p:nvSpPr>
        <p:spPr>
          <a:xfrm>
            <a:off x="2045973" y="1105389"/>
            <a:ext cx="8100061" cy="1368107"/>
          </a:xfrm>
          <a:custGeom>
            <a:avLst/>
            <a:gdLst>
              <a:gd name="connsiteX0" fmla="*/ 0 w 8100060"/>
              <a:gd name="connsiteY0" fmla="*/ 0 h 1368107"/>
              <a:gd name="connsiteX1" fmla="*/ 8100060 w 8100060"/>
              <a:gd name="connsiteY1" fmla="*/ 0 h 1368107"/>
              <a:gd name="connsiteX2" fmla="*/ 7185660 w 8100060"/>
              <a:gd name="connsiteY2" fmla="*/ 1368107 h 1368107"/>
              <a:gd name="connsiteX3" fmla="*/ 933061 w 8100060"/>
              <a:gd name="connsiteY3" fmla="*/ 1368107 h 1368107"/>
              <a:gd name="connsiteX4" fmla="*/ 0 w 8100060"/>
              <a:gd name="connsiteY4" fmla="*/ 0 h 136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00059" h="1368107">
                <a:moveTo>
                  <a:pt x="0" y="0"/>
                </a:moveTo>
                <a:lnTo>
                  <a:pt x="8100060" y="0"/>
                </a:lnTo>
                <a:lnTo>
                  <a:pt x="7185660" y="1368107"/>
                </a:lnTo>
                <a:lnTo>
                  <a:pt x="933061" y="1368107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solidFill>
              <a:srgbClr val="000000">
                <a:alpha val="30000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152" name="Group 151"/>
          <p:cNvGrpSpPr/>
          <p:nvPr/>
        </p:nvGrpSpPr>
        <p:grpSpPr>
          <a:xfrm>
            <a:off x="8379600" y="3175332"/>
            <a:ext cx="2253478" cy="3203855"/>
            <a:chOff x="6481335" y="1097757"/>
            <a:chExt cx="5524894" cy="7854951"/>
          </a:xfrm>
          <a:effectLst>
            <a:outerShdw blurRad="1270000" dist="889000" dir="2400000" algn="tl" rotWithShape="0">
              <a:prstClr val="black">
                <a:alpha val="40000"/>
              </a:prstClr>
            </a:outerShdw>
          </a:effectLst>
        </p:grpSpPr>
        <p:sp>
          <p:nvSpPr>
            <p:cNvPr id="153" name="Rounded Rectangle 152"/>
            <p:cNvSpPr/>
            <p:nvPr/>
          </p:nvSpPr>
          <p:spPr>
            <a:xfrm>
              <a:off x="6615578" y="1200386"/>
              <a:ext cx="5258922" cy="7609968"/>
            </a:xfrm>
            <a:prstGeom prst="roundRect">
              <a:avLst>
                <a:gd name="adj" fmla="val 4592"/>
              </a:avLst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154" name="Group 153"/>
            <p:cNvGrpSpPr/>
            <p:nvPr/>
          </p:nvGrpSpPr>
          <p:grpSpPr>
            <a:xfrm>
              <a:off x="6481335" y="1097757"/>
              <a:ext cx="5524894" cy="7854951"/>
              <a:chOff x="6481335" y="1097757"/>
              <a:chExt cx="5524894" cy="7854951"/>
            </a:xfrm>
          </p:grpSpPr>
          <p:sp>
            <p:nvSpPr>
              <p:cNvPr id="155" name="Rounded Rectangle 154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lumMod val="95000"/>
                </a:schemeClr>
              </a:solidFill>
              <a:ln w="349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156" name="Rounded Rectangle 155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tx1">
                  <a:alpha val="90000"/>
                </a:schemeClr>
              </a:solidFill>
              <a:ln w="19050">
                <a:gradFill>
                  <a:gsLst>
                    <a:gs pos="97000">
                      <a:schemeClr val="tx1">
                        <a:lumMod val="75000"/>
                        <a:lumOff val="25000"/>
                      </a:schemeClr>
                    </a:gs>
                    <a:gs pos="94000">
                      <a:schemeClr val="bg1">
                        <a:lumMod val="65000"/>
                      </a:schemeClr>
                    </a:gs>
                    <a:gs pos="6000">
                      <a:schemeClr val="bg1">
                        <a:lumMod val="75000"/>
                      </a:schemeClr>
                    </a:gs>
                    <a:gs pos="4000">
                      <a:srgbClr val="797979"/>
                    </a:gs>
                    <a:gs pos="0">
                      <a:schemeClr val="bg1">
                        <a:lumMod val="85000"/>
                      </a:schemeClr>
                    </a:gs>
                    <a:gs pos="3000">
                      <a:schemeClr val="tx1">
                        <a:lumMod val="75000"/>
                        <a:lumOff val="25000"/>
                      </a:schemeClr>
                    </a:gs>
                    <a:gs pos="2000">
                      <a:schemeClr val="bg1"/>
                    </a:gs>
                    <a:gs pos="98000">
                      <a:schemeClr val="bg1"/>
                    </a:gs>
                    <a:gs pos="53000">
                      <a:schemeClr val="bg1">
                        <a:lumMod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157" name="Овал 57"/>
              <p:cNvSpPr/>
              <p:nvPr/>
            </p:nvSpPr>
            <p:spPr>
              <a:xfrm flipH="1">
                <a:off x="9196460" y="1401453"/>
                <a:ext cx="94645" cy="92387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158" name="Овал 50"/>
              <p:cNvSpPr/>
              <p:nvPr/>
            </p:nvSpPr>
            <p:spPr>
              <a:xfrm>
                <a:off x="9038716" y="8378172"/>
                <a:ext cx="410131" cy="406782"/>
              </a:xfrm>
              <a:prstGeom prst="ellipse">
                <a:avLst/>
              </a:prstGeom>
              <a:gradFill>
                <a:gsLst>
                  <a:gs pos="0">
                    <a:schemeClr val="tx1">
                      <a:lumMod val="88000"/>
                      <a:lumOff val="12000"/>
                    </a:schemeClr>
                  </a:gs>
                  <a:gs pos="100000">
                    <a:schemeClr val="tx1"/>
                  </a:gs>
                </a:gsLst>
                <a:lin ang="15000000" scaled="0"/>
              </a:gradFill>
              <a:ln w="6350">
                <a:gradFill flip="none" rotWithShape="1">
                  <a:gsLst>
                    <a:gs pos="17000">
                      <a:schemeClr val="tx1">
                        <a:lumMod val="65000"/>
                        <a:lumOff val="35000"/>
                        <a:alpha val="31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  <a:alpha val="33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10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59" name="Rounded Rectangle 158"/>
              <p:cNvSpPr/>
              <p:nvPr/>
            </p:nvSpPr>
            <p:spPr>
              <a:xfrm>
                <a:off x="9183456" y="8521238"/>
                <a:ext cx="120650" cy="120650"/>
              </a:xfrm>
              <a:prstGeom prst="roundRect">
                <a:avLst/>
              </a:prstGeom>
              <a:noFill/>
              <a:ln w="1270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/>
                    </a:gs>
                  </a:gsLst>
                  <a:lin ang="2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</p:grpSp>
      </p:grpSp>
      <p:sp>
        <p:nvSpPr>
          <p:cNvPr id="160" name="Рисунок 13"/>
          <p:cNvSpPr>
            <a:spLocks noGrp="1"/>
          </p:cNvSpPr>
          <p:nvPr>
            <p:ph type="pic" sz="quarter" idx="68" hasCustomPrompt="1"/>
          </p:nvPr>
        </p:nvSpPr>
        <p:spPr>
          <a:xfrm>
            <a:off x="8506930" y="3415076"/>
            <a:ext cx="2000408" cy="2679989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solidFill>
              <a:srgbClr val="000000">
                <a:alpha val="30000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161" name="Group 160"/>
          <p:cNvGrpSpPr/>
          <p:nvPr/>
        </p:nvGrpSpPr>
        <p:grpSpPr>
          <a:xfrm>
            <a:off x="2162175" y="4185267"/>
            <a:ext cx="2239026" cy="3183308"/>
            <a:chOff x="6481335" y="1097757"/>
            <a:chExt cx="5524894" cy="7854951"/>
          </a:xfrm>
          <a:effectLst>
            <a:outerShdw blurRad="1270000" dist="889000" dir="2400000" algn="tl" rotWithShape="0">
              <a:prstClr val="black">
                <a:alpha val="40000"/>
              </a:prstClr>
            </a:outerShdw>
          </a:effectLst>
        </p:grpSpPr>
        <p:sp>
          <p:nvSpPr>
            <p:cNvPr id="162" name="Rounded Rectangle 161"/>
            <p:cNvSpPr/>
            <p:nvPr/>
          </p:nvSpPr>
          <p:spPr>
            <a:xfrm>
              <a:off x="6615578" y="1200386"/>
              <a:ext cx="5258922" cy="7609968"/>
            </a:xfrm>
            <a:prstGeom prst="roundRect">
              <a:avLst>
                <a:gd name="adj" fmla="val 4592"/>
              </a:avLst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163" name="Group 162"/>
            <p:cNvGrpSpPr/>
            <p:nvPr/>
          </p:nvGrpSpPr>
          <p:grpSpPr>
            <a:xfrm>
              <a:off x="6481335" y="1097757"/>
              <a:ext cx="5524894" cy="7854951"/>
              <a:chOff x="6481335" y="1097757"/>
              <a:chExt cx="5524894" cy="7854951"/>
            </a:xfrm>
          </p:grpSpPr>
          <p:sp>
            <p:nvSpPr>
              <p:cNvPr id="164" name="Rounded Rectangle 163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lumMod val="95000"/>
                </a:schemeClr>
              </a:solidFill>
              <a:ln w="349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165" name="Rounded Rectangle 164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alpha val="90000"/>
                </a:schemeClr>
              </a:solidFill>
              <a:ln w="19050">
                <a:gradFill>
                  <a:gsLst>
                    <a:gs pos="97000">
                      <a:schemeClr val="tx1">
                        <a:lumMod val="75000"/>
                        <a:lumOff val="25000"/>
                      </a:schemeClr>
                    </a:gs>
                    <a:gs pos="94000">
                      <a:schemeClr val="bg1">
                        <a:lumMod val="65000"/>
                      </a:schemeClr>
                    </a:gs>
                    <a:gs pos="6000">
                      <a:schemeClr val="bg1">
                        <a:lumMod val="75000"/>
                      </a:schemeClr>
                    </a:gs>
                    <a:gs pos="4000">
                      <a:srgbClr val="797979"/>
                    </a:gs>
                    <a:gs pos="0">
                      <a:schemeClr val="bg1">
                        <a:lumMod val="85000"/>
                      </a:schemeClr>
                    </a:gs>
                    <a:gs pos="3000">
                      <a:schemeClr val="tx1">
                        <a:lumMod val="75000"/>
                        <a:lumOff val="25000"/>
                      </a:schemeClr>
                    </a:gs>
                    <a:gs pos="2000">
                      <a:schemeClr val="bg1"/>
                    </a:gs>
                    <a:gs pos="98000">
                      <a:schemeClr val="bg1"/>
                    </a:gs>
                    <a:gs pos="53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166" name="Овал 57"/>
              <p:cNvSpPr/>
              <p:nvPr/>
            </p:nvSpPr>
            <p:spPr>
              <a:xfrm flipH="1">
                <a:off x="9196460" y="1401453"/>
                <a:ext cx="94645" cy="92387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167" name="Овал 50"/>
              <p:cNvSpPr/>
              <p:nvPr/>
            </p:nvSpPr>
            <p:spPr>
              <a:xfrm>
                <a:off x="9038716" y="8378172"/>
                <a:ext cx="410131" cy="406782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57000"/>
                    </a:schemeClr>
                  </a:gs>
                  <a:gs pos="100000">
                    <a:schemeClr val="bg1">
                      <a:lumMod val="85000"/>
                      <a:alpha val="15000"/>
                    </a:schemeClr>
                  </a:gs>
                </a:gsLst>
                <a:lin ang="15000000" scaled="0"/>
              </a:gradFill>
              <a:ln w="6350">
                <a:gradFill flip="none" rotWithShape="1">
                  <a:gsLst>
                    <a:gs pos="17000">
                      <a:schemeClr val="tx1">
                        <a:lumMod val="65000"/>
                        <a:lumOff val="35000"/>
                        <a:alpha val="31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  <a:alpha val="33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10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68" name="Rounded Rectangle 167"/>
              <p:cNvSpPr/>
              <p:nvPr/>
            </p:nvSpPr>
            <p:spPr>
              <a:xfrm>
                <a:off x="9183456" y="8521238"/>
                <a:ext cx="120650" cy="120650"/>
              </a:xfrm>
              <a:prstGeom prst="roundRect">
                <a:avLst/>
              </a:prstGeom>
              <a:noFill/>
              <a:ln w="1270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</p:grpSp>
      </p:grpSp>
      <p:sp>
        <p:nvSpPr>
          <p:cNvPr id="169" name="Рисунок 13"/>
          <p:cNvSpPr>
            <a:spLocks noGrp="1"/>
          </p:cNvSpPr>
          <p:nvPr>
            <p:ph type="pic" sz="quarter" idx="99" hasCustomPrompt="1"/>
          </p:nvPr>
        </p:nvSpPr>
        <p:spPr>
          <a:xfrm>
            <a:off x="2287901" y="4403767"/>
            <a:ext cx="1987577" cy="2662801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solidFill>
              <a:srgbClr val="000000">
                <a:alpha val="30000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170" name="Group 169"/>
          <p:cNvGrpSpPr/>
          <p:nvPr/>
        </p:nvGrpSpPr>
        <p:grpSpPr>
          <a:xfrm>
            <a:off x="4658490" y="4185270"/>
            <a:ext cx="1104784" cy="2235593"/>
            <a:chOff x="889918" y="1073150"/>
            <a:chExt cx="2444531" cy="4946650"/>
          </a:xfrm>
          <a:effectLst>
            <a:outerShdw blurRad="1270000" dist="889000" dir="2400000" algn="tl" rotWithShape="0">
              <a:prstClr val="black">
                <a:alpha val="40000"/>
              </a:prstClr>
            </a:outerShdw>
          </a:effectLst>
        </p:grpSpPr>
        <p:sp>
          <p:nvSpPr>
            <p:cNvPr id="171" name="Rounded Rectangle 170"/>
            <p:cNvSpPr/>
            <p:nvPr/>
          </p:nvSpPr>
          <p:spPr>
            <a:xfrm>
              <a:off x="1048562" y="1233758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172" name="Group 171"/>
            <p:cNvGrpSpPr/>
            <p:nvPr/>
          </p:nvGrpSpPr>
          <p:grpSpPr>
            <a:xfrm>
              <a:off x="889918" y="1073150"/>
              <a:ext cx="2444531" cy="4946650"/>
              <a:chOff x="2326834" y="1073150"/>
              <a:chExt cx="2444531" cy="4946650"/>
            </a:xfrm>
          </p:grpSpPr>
          <p:sp>
            <p:nvSpPr>
              <p:cNvPr id="173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4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5" name="Скругленный прямоугольник 51"/>
              <p:cNvSpPr/>
              <p:nvPr/>
            </p:nvSpPr>
            <p:spPr>
              <a:xfrm>
                <a:off x="4591064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6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7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8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noFill/>
              <a:ln w="1905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4500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  <a:gs pos="2000">
                      <a:srgbClr val="808080"/>
                    </a:gs>
                    <a:gs pos="96000">
                      <a:srgbClr val="808080"/>
                    </a:gs>
                    <a:gs pos="92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9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solidFill>
                <a:schemeClr val="bg1">
                  <a:alpha val="1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180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181" name="Straight Connector 180"/>
              <p:cNvCxnSpPr/>
              <p:nvPr/>
            </p:nvCxnSpPr>
            <p:spPr>
              <a:xfrm>
                <a:off x="4712494" y="1571734"/>
                <a:ext cx="35719" cy="209"/>
              </a:xfrm>
              <a:prstGeom prst="line">
                <a:avLst/>
              </a:prstGeom>
              <a:ln w="3175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>
              <a:xfrm>
                <a:off x="2347097" y="1571734"/>
                <a:ext cx="35719" cy="209"/>
              </a:xfrm>
              <a:prstGeom prst="line">
                <a:avLst/>
              </a:prstGeom>
              <a:ln w="3175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>
              <a:xfrm>
                <a:off x="4715351" y="5525556"/>
                <a:ext cx="35719" cy="209"/>
              </a:xfrm>
              <a:prstGeom prst="line">
                <a:avLst/>
              </a:prstGeom>
              <a:ln w="3175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>
              <a:xfrm>
                <a:off x="2349954" y="5525556"/>
                <a:ext cx="35719" cy="209"/>
              </a:xfrm>
              <a:prstGeom prst="line">
                <a:avLst/>
              </a:prstGeom>
              <a:ln w="3175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5" name="Picture Placeholder 184"/>
          <p:cNvSpPr>
            <a:spLocks noGrp="1"/>
          </p:cNvSpPr>
          <p:nvPr>
            <p:ph type="pic" sz="quarter" idx="64" hasCustomPrompt="1"/>
          </p:nvPr>
        </p:nvSpPr>
        <p:spPr>
          <a:xfrm>
            <a:off x="4723472" y="4246348"/>
            <a:ext cx="970426" cy="2102620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2_Devic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 userDrawn="1"/>
        </p:nvSpPr>
        <p:spPr>
          <a:xfrm>
            <a:off x="1016000" y="0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41" name="Group 40"/>
          <p:cNvGrpSpPr>
            <a:grpSpLocks noChangeAspect="1"/>
          </p:cNvGrpSpPr>
          <p:nvPr userDrawn="1"/>
        </p:nvGrpSpPr>
        <p:grpSpPr>
          <a:xfrm>
            <a:off x="1645663" y="-3086496"/>
            <a:ext cx="2198427" cy="446217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45" name="Rounded Rectangle 44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46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47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48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49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7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8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9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60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61" name="Рисунок 13"/>
          <p:cNvSpPr>
            <a:spLocks noGrp="1" noChangeAspect="1"/>
          </p:cNvSpPr>
          <p:nvPr>
            <p:ph type="pic" sz="quarter" idx="66" hasCustomPrompt="1"/>
          </p:nvPr>
        </p:nvSpPr>
        <p:spPr>
          <a:xfrm>
            <a:off x="1787656" y="-2555989"/>
            <a:ext cx="1914441" cy="338138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36" name="Shape 41"/>
          <p:cNvSpPr>
            <a:spLocks noGrp="1"/>
          </p:cNvSpPr>
          <p:nvPr>
            <p:ph type="body" sz="quarter" idx="141" hasCustomPrompt="1"/>
          </p:nvPr>
        </p:nvSpPr>
        <p:spPr>
          <a:xfrm>
            <a:off x="7124490" y="3727933"/>
            <a:ext cx="4051510" cy="1748097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37" name="Shape 17"/>
          <p:cNvSpPr>
            <a:spLocks noGrp="1"/>
          </p:cNvSpPr>
          <p:nvPr>
            <p:ph type="body" sz="quarter" idx="142" hasCustomPrompt="1"/>
          </p:nvPr>
        </p:nvSpPr>
        <p:spPr>
          <a:xfrm>
            <a:off x="7124490" y="1200623"/>
            <a:ext cx="4051510" cy="2376967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algn="l" defTabSz="914400">
              <a:lnSpc>
                <a:spcPct val="100000"/>
              </a:lnSpc>
              <a:spcBef>
                <a:spcPct val="0"/>
              </a:spcBef>
              <a:defRPr sz="4800" b="1" spc="-10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/>
              <a:t>H2 Title here</a:t>
            </a:r>
            <a:endParaRPr lang="nl-NL"/>
          </a:p>
        </p:txBody>
      </p:sp>
      <p:sp>
        <p:nvSpPr>
          <p:cNvPr id="38" name="Текст 7"/>
          <p:cNvSpPr>
            <a:spLocks noGrp="1"/>
          </p:cNvSpPr>
          <p:nvPr>
            <p:ph type="body" sz="quarter" idx="139" hasCustomPrompt="1"/>
          </p:nvPr>
        </p:nvSpPr>
        <p:spPr>
          <a:xfrm>
            <a:off x="7124490" y="559868"/>
            <a:ext cx="4051510" cy="555898"/>
          </a:xfrm>
        </p:spPr>
        <p:txBody>
          <a:bodyPr tIns="0" anchor="t">
            <a:no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defRPr lang="en-US" sz="105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/>
              <a:t>WRITE CAPTION HERE</a:t>
            </a:r>
            <a:endParaRPr lang="en-US"/>
          </a:p>
        </p:txBody>
      </p:sp>
      <p:grpSp>
        <p:nvGrpSpPr>
          <p:cNvPr id="39" name="Group 38"/>
          <p:cNvGrpSpPr>
            <a:grpSpLocks noChangeAspect="1"/>
          </p:cNvGrpSpPr>
          <p:nvPr userDrawn="1"/>
        </p:nvGrpSpPr>
        <p:grpSpPr>
          <a:xfrm>
            <a:off x="5774675" y="5713068"/>
            <a:ext cx="312000" cy="311952"/>
            <a:chOff x="3238499" y="8277225"/>
            <a:chExt cx="666750" cy="666750"/>
          </a:xfrm>
        </p:grpSpPr>
        <p:sp>
          <p:nvSpPr>
            <p:cNvPr id="40" name="Oval 39"/>
            <p:cNvSpPr/>
            <p:nvPr/>
          </p:nvSpPr>
          <p:spPr>
            <a:xfrm>
              <a:off x="3238499" y="8277225"/>
              <a:ext cx="666750" cy="666750"/>
            </a:xfrm>
            <a:prstGeom prst="ellipse">
              <a:avLst/>
            </a:pr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2" name="Freeform 24"/>
            <p:cNvSpPr/>
            <p:nvPr/>
          </p:nvSpPr>
          <p:spPr bwMode="auto">
            <a:xfrm>
              <a:off x="3502483" y="8426894"/>
              <a:ext cx="189583" cy="367412"/>
            </a:xfrm>
            <a:custGeom>
              <a:avLst/>
              <a:gdLst>
                <a:gd name="T0" fmla="*/ 461 w 461"/>
                <a:gd name="T1" fmla="*/ 448 h 895"/>
                <a:gd name="T2" fmla="*/ 457 w 461"/>
                <a:gd name="T3" fmla="*/ 457 h 895"/>
                <a:gd name="T4" fmla="*/ 22 w 461"/>
                <a:gd name="T5" fmla="*/ 892 h 895"/>
                <a:gd name="T6" fmla="*/ 14 w 461"/>
                <a:gd name="T7" fmla="*/ 895 h 895"/>
                <a:gd name="T8" fmla="*/ 5 w 461"/>
                <a:gd name="T9" fmla="*/ 892 h 895"/>
                <a:gd name="T10" fmla="*/ 5 w 461"/>
                <a:gd name="T11" fmla="*/ 874 h 895"/>
                <a:gd name="T12" fmla="*/ 431 w 461"/>
                <a:gd name="T13" fmla="*/ 448 h 895"/>
                <a:gd name="T14" fmla="*/ 6 w 461"/>
                <a:gd name="T15" fmla="*/ 23 h 895"/>
                <a:gd name="T16" fmla="*/ 6 w 461"/>
                <a:gd name="T17" fmla="*/ 5 h 895"/>
                <a:gd name="T18" fmla="*/ 24 w 461"/>
                <a:gd name="T19" fmla="*/ 5 h 895"/>
                <a:gd name="T20" fmla="*/ 457 w 461"/>
                <a:gd name="T21" fmla="*/ 439 h 895"/>
                <a:gd name="T22" fmla="*/ 461 w 461"/>
                <a:gd name="T23" fmla="*/ 448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1" h="895">
                  <a:moveTo>
                    <a:pt x="461" y="448"/>
                  </a:moveTo>
                  <a:cubicBezTo>
                    <a:pt x="461" y="452"/>
                    <a:pt x="460" y="454"/>
                    <a:pt x="457" y="457"/>
                  </a:cubicBezTo>
                  <a:lnTo>
                    <a:pt x="22" y="892"/>
                  </a:lnTo>
                  <a:cubicBezTo>
                    <a:pt x="20" y="894"/>
                    <a:pt x="16" y="895"/>
                    <a:pt x="14" y="895"/>
                  </a:cubicBezTo>
                  <a:cubicBezTo>
                    <a:pt x="11" y="895"/>
                    <a:pt x="7" y="894"/>
                    <a:pt x="5" y="892"/>
                  </a:cubicBezTo>
                  <a:cubicBezTo>
                    <a:pt x="0" y="887"/>
                    <a:pt x="0" y="879"/>
                    <a:pt x="5" y="874"/>
                  </a:cubicBezTo>
                  <a:lnTo>
                    <a:pt x="431" y="448"/>
                  </a:lnTo>
                  <a:lnTo>
                    <a:pt x="6" y="23"/>
                  </a:lnTo>
                  <a:cubicBezTo>
                    <a:pt x="1" y="18"/>
                    <a:pt x="1" y="10"/>
                    <a:pt x="6" y="5"/>
                  </a:cubicBezTo>
                  <a:cubicBezTo>
                    <a:pt x="11" y="0"/>
                    <a:pt x="19" y="0"/>
                    <a:pt x="24" y="5"/>
                  </a:cubicBezTo>
                  <a:lnTo>
                    <a:pt x="457" y="439"/>
                  </a:lnTo>
                  <a:cubicBezTo>
                    <a:pt x="460" y="442"/>
                    <a:pt x="461" y="444"/>
                    <a:pt x="461" y="448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137160" tIns="68580" rIns="137160" bIns="68580" numCol="1" anchor="t" anchorCtr="0" compatLnSpc="1"/>
            <a:lstStyle/>
            <a:p>
              <a:endParaRPr lang="en-US" sz="2700"/>
            </a:p>
          </p:txBody>
        </p:sp>
      </p:grpSp>
      <p:grpSp>
        <p:nvGrpSpPr>
          <p:cNvPr id="221" name="Group 220"/>
          <p:cNvGrpSpPr>
            <a:grpSpLocks noChangeAspect="1"/>
          </p:cNvGrpSpPr>
          <p:nvPr userDrawn="1"/>
        </p:nvGrpSpPr>
        <p:grpSpPr>
          <a:xfrm>
            <a:off x="1645663" y="2137740"/>
            <a:ext cx="2198427" cy="446217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22" name="Rounded Rectangle 221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23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4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5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6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7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8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9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0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231" name="Рисунок 13"/>
          <p:cNvSpPr>
            <a:spLocks noGrp="1" noChangeAspect="1"/>
          </p:cNvSpPr>
          <p:nvPr>
            <p:ph type="pic" sz="quarter" idx="143" hasCustomPrompt="1"/>
          </p:nvPr>
        </p:nvSpPr>
        <p:spPr>
          <a:xfrm>
            <a:off x="1787656" y="2668247"/>
            <a:ext cx="1914441" cy="338138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32" name="Group 231"/>
          <p:cNvGrpSpPr>
            <a:grpSpLocks noChangeAspect="1"/>
          </p:cNvGrpSpPr>
          <p:nvPr userDrawn="1"/>
        </p:nvGrpSpPr>
        <p:grpSpPr>
          <a:xfrm>
            <a:off x="4181122" y="-635300"/>
            <a:ext cx="2198427" cy="446217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33" name="Rounded Rectangle 232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34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5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6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7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8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9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0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1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242" name="Рисунок 13"/>
          <p:cNvSpPr>
            <a:spLocks noGrp="1" noChangeAspect="1"/>
          </p:cNvSpPr>
          <p:nvPr>
            <p:ph type="pic" sz="quarter" idx="144" hasCustomPrompt="1"/>
          </p:nvPr>
        </p:nvSpPr>
        <p:spPr>
          <a:xfrm>
            <a:off x="4323115" y="-104793"/>
            <a:ext cx="1914441" cy="338138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43" name="Group 242"/>
          <p:cNvGrpSpPr>
            <a:grpSpLocks noChangeAspect="1"/>
          </p:cNvGrpSpPr>
          <p:nvPr userDrawn="1"/>
        </p:nvGrpSpPr>
        <p:grpSpPr>
          <a:xfrm>
            <a:off x="4181122" y="4570965"/>
            <a:ext cx="2198427" cy="446217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44" name="Rounded Rectangle 243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45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6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7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8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9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50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51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52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253" name="Рисунок 13"/>
          <p:cNvSpPr>
            <a:spLocks noGrp="1" noChangeAspect="1"/>
          </p:cNvSpPr>
          <p:nvPr>
            <p:ph type="pic" sz="quarter" idx="145" hasCustomPrompt="1"/>
          </p:nvPr>
        </p:nvSpPr>
        <p:spPr>
          <a:xfrm>
            <a:off x="4323115" y="5101472"/>
            <a:ext cx="1914441" cy="338138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3_Devic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 userDrawn="1"/>
        </p:nvSpPr>
        <p:spPr>
          <a:xfrm>
            <a:off x="1016000" y="0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36" name="Прямая соединительная линия 46"/>
          <p:cNvCxnSpPr/>
          <p:nvPr userDrawn="1"/>
        </p:nvCxnSpPr>
        <p:spPr>
          <a:xfrm flipH="1">
            <a:off x="6567952" y="1357281"/>
            <a:ext cx="0" cy="36132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 userDrawn="1"/>
        </p:nvGrpSpPr>
        <p:grpSpPr>
          <a:xfrm>
            <a:off x="3832119" y="560825"/>
            <a:ext cx="5524894" cy="7854951"/>
            <a:chOff x="6481335" y="1097757"/>
            <a:chExt cx="5524894" cy="7854951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8" name="Rounded Rectangle 27"/>
            <p:cNvSpPr/>
            <p:nvPr/>
          </p:nvSpPr>
          <p:spPr>
            <a:xfrm>
              <a:off x="6615578" y="1200386"/>
              <a:ext cx="5258922" cy="7609968"/>
            </a:xfrm>
            <a:prstGeom prst="roundRect">
              <a:avLst>
                <a:gd name="adj" fmla="val 4592"/>
              </a:avLst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6481335" y="1097757"/>
              <a:ext cx="5524894" cy="7854951"/>
              <a:chOff x="6481335" y="1097757"/>
              <a:chExt cx="5524894" cy="7854951"/>
            </a:xfrm>
          </p:grpSpPr>
          <p:sp>
            <p:nvSpPr>
              <p:cNvPr id="33" name="Rounded Rectangle 32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lumMod val="95000"/>
                </a:schemeClr>
              </a:solidFill>
              <a:ln w="349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tx1">
                  <a:alpha val="90000"/>
                </a:schemeClr>
              </a:solidFill>
              <a:ln w="34925">
                <a:gradFill>
                  <a:gsLst>
                    <a:gs pos="97000">
                      <a:schemeClr val="tx1">
                        <a:lumMod val="75000"/>
                        <a:lumOff val="25000"/>
                      </a:schemeClr>
                    </a:gs>
                    <a:gs pos="94000">
                      <a:schemeClr val="bg1">
                        <a:lumMod val="65000"/>
                      </a:schemeClr>
                    </a:gs>
                    <a:gs pos="6000">
                      <a:schemeClr val="bg1">
                        <a:lumMod val="75000"/>
                      </a:schemeClr>
                    </a:gs>
                    <a:gs pos="4000">
                      <a:srgbClr val="797979"/>
                    </a:gs>
                    <a:gs pos="0">
                      <a:schemeClr val="bg1">
                        <a:lumMod val="85000"/>
                      </a:schemeClr>
                    </a:gs>
                    <a:gs pos="3000">
                      <a:schemeClr val="tx1">
                        <a:lumMod val="75000"/>
                        <a:lumOff val="25000"/>
                      </a:schemeClr>
                    </a:gs>
                    <a:gs pos="2000">
                      <a:schemeClr val="bg1"/>
                    </a:gs>
                    <a:gs pos="98000">
                      <a:schemeClr val="bg1"/>
                    </a:gs>
                    <a:gs pos="53000">
                      <a:schemeClr val="bg1">
                        <a:lumMod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50" name="Овал 57"/>
              <p:cNvSpPr/>
              <p:nvPr/>
            </p:nvSpPr>
            <p:spPr>
              <a:xfrm flipH="1">
                <a:off x="9196460" y="1401453"/>
                <a:ext cx="94645" cy="92387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51" name="Овал 50"/>
              <p:cNvSpPr/>
              <p:nvPr/>
            </p:nvSpPr>
            <p:spPr>
              <a:xfrm>
                <a:off x="9038716" y="8378172"/>
                <a:ext cx="410131" cy="406782"/>
              </a:xfrm>
              <a:prstGeom prst="ellipse">
                <a:avLst/>
              </a:prstGeom>
              <a:gradFill>
                <a:gsLst>
                  <a:gs pos="0">
                    <a:schemeClr val="tx1">
                      <a:lumMod val="88000"/>
                      <a:lumOff val="12000"/>
                    </a:schemeClr>
                  </a:gs>
                  <a:gs pos="100000">
                    <a:schemeClr val="tx1"/>
                  </a:gs>
                </a:gsLst>
                <a:lin ang="15000000" scaled="0"/>
              </a:gradFill>
              <a:ln w="6350">
                <a:gradFill flip="none" rotWithShape="1">
                  <a:gsLst>
                    <a:gs pos="17000">
                      <a:schemeClr val="tx1">
                        <a:lumMod val="65000"/>
                        <a:lumOff val="35000"/>
                        <a:alpha val="31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  <a:alpha val="33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10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52" name="Rounded Rectangle 51"/>
              <p:cNvSpPr/>
              <p:nvPr/>
            </p:nvSpPr>
            <p:spPr>
              <a:xfrm>
                <a:off x="9183456" y="8521238"/>
                <a:ext cx="120650" cy="120650"/>
              </a:xfrm>
              <a:prstGeom prst="roundRect">
                <a:avLst/>
              </a:prstGeom>
              <a:noFill/>
              <a:ln w="1270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/>
                    </a:gs>
                  </a:gsLst>
                  <a:lin ang="2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</p:grpSp>
      </p:grpSp>
      <p:sp>
        <p:nvSpPr>
          <p:cNvPr id="53" name="Рисунок 13"/>
          <p:cNvSpPr>
            <a:spLocks noGrp="1"/>
          </p:cNvSpPr>
          <p:nvPr>
            <p:ph type="pic" sz="quarter" idx="68" hasCustomPrompt="1"/>
          </p:nvPr>
        </p:nvSpPr>
        <p:spPr>
          <a:xfrm>
            <a:off x="4142347" y="1119532"/>
            <a:ext cx="4904436" cy="6570576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solidFill>
              <a:srgbClr val="000000">
                <a:alpha val="30000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9944880" y="2854126"/>
            <a:ext cx="2489079" cy="505211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55" name="Rounded Rectangle 54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56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7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8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9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60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61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62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63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64" name="Рисунок 13"/>
          <p:cNvSpPr>
            <a:spLocks noGrp="1"/>
          </p:cNvSpPr>
          <p:nvPr>
            <p:ph type="pic" sz="quarter" idx="65" hasCustomPrompt="1"/>
          </p:nvPr>
        </p:nvSpPr>
        <p:spPr>
          <a:xfrm>
            <a:off x="10106801" y="3487871"/>
            <a:ext cx="2167548" cy="382843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217" name="Shape 41"/>
          <p:cNvSpPr>
            <a:spLocks noGrp="1"/>
          </p:cNvSpPr>
          <p:nvPr>
            <p:ph type="body" sz="quarter" idx="141" hasCustomPrompt="1"/>
          </p:nvPr>
        </p:nvSpPr>
        <p:spPr>
          <a:xfrm>
            <a:off x="1283110" y="3436332"/>
            <a:ext cx="2241755" cy="284891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218" name="Текст 7"/>
          <p:cNvSpPr>
            <a:spLocks noGrp="1"/>
          </p:cNvSpPr>
          <p:nvPr>
            <p:ph type="body" sz="quarter" idx="139" hasCustomPrompt="1"/>
          </p:nvPr>
        </p:nvSpPr>
        <p:spPr>
          <a:xfrm>
            <a:off x="1283110" y="559868"/>
            <a:ext cx="2241755" cy="555898"/>
          </a:xfrm>
        </p:spPr>
        <p:txBody>
          <a:bodyPr tIns="0" anchor="t">
            <a:no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defRPr lang="en-US" sz="105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/>
              <a:t>WRITE CAPTION HERE</a:t>
            </a:r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4_Devic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395"/>
          <p:cNvSpPr/>
          <p:nvPr userDrawn="1"/>
        </p:nvSpPr>
        <p:spPr>
          <a:xfrm>
            <a:off x="1016000" y="0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31" name="Group 30"/>
          <p:cNvGrpSpPr/>
          <p:nvPr userDrawn="1"/>
        </p:nvGrpSpPr>
        <p:grpSpPr>
          <a:xfrm>
            <a:off x="4893781" y="1145768"/>
            <a:ext cx="2444154" cy="4946650"/>
            <a:chOff x="889918" y="1073150"/>
            <a:chExt cx="2444531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32" name="Rounded Rectangle 31"/>
            <p:cNvSpPr/>
            <p:nvPr/>
          </p:nvSpPr>
          <p:spPr>
            <a:xfrm>
              <a:off x="1048562" y="1233758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889918" y="1073150"/>
              <a:ext cx="2444531" cy="4946650"/>
              <a:chOff x="2326834" y="1073150"/>
              <a:chExt cx="2444531" cy="4946650"/>
            </a:xfrm>
          </p:grpSpPr>
          <p:sp>
            <p:nvSpPr>
              <p:cNvPr id="34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35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37" name="Скругленный прямоугольник 51"/>
              <p:cNvSpPr/>
              <p:nvPr/>
            </p:nvSpPr>
            <p:spPr>
              <a:xfrm>
                <a:off x="4591064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38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41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42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noFill/>
              <a:ln w="3175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4500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  <a:gs pos="2000">
                      <a:srgbClr val="808080"/>
                    </a:gs>
                    <a:gs pos="96000">
                      <a:srgbClr val="808080"/>
                    </a:gs>
                    <a:gs pos="92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44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solidFill>
                <a:schemeClr val="bg1">
                  <a:alpha val="1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45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46" name="Straight Connector 45"/>
              <p:cNvCxnSpPr/>
              <p:nvPr/>
            </p:nvCxnSpPr>
            <p:spPr>
              <a:xfrm>
                <a:off x="4712494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2346721" y="1578945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4715351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2350727" y="5540841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oup 35"/>
          <p:cNvGrpSpPr/>
          <p:nvPr/>
        </p:nvGrpSpPr>
        <p:grpSpPr>
          <a:xfrm>
            <a:off x="8140031" y="1131083"/>
            <a:ext cx="5524894" cy="7854951"/>
            <a:chOff x="6481335" y="1097757"/>
            <a:chExt cx="5524894" cy="7854951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39" name="Rounded Rectangle 38"/>
            <p:cNvSpPr/>
            <p:nvPr/>
          </p:nvSpPr>
          <p:spPr>
            <a:xfrm>
              <a:off x="6615578" y="1200386"/>
              <a:ext cx="5258922" cy="7609968"/>
            </a:xfrm>
            <a:prstGeom prst="roundRect">
              <a:avLst>
                <a:gd name="adj" fmla="val 4592"/>
              </a:avLst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6481335" y="1097757"/>
              <a:ext cx="5524894" cy="7854951"/>
              <a:chOff x="6481335" y="1097757"/>
              <a:chExt cx="5524894" cy="7854951"/>
            </a:xfrm>
          </p:grpSpPr>
          <p:sp>
            <p:nvSpPr>
              <p:cNvPr id="43" name="Rounded Rectangle 42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lumMod val="95000"/>
                </a:schemeClr>
              </a:solidFill>
              <a:ln w="349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49" name="Rounded Rectangle 48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alpha val="90000"/>
                </a:schemeClr>
              </a:solidFill>
              <a:ln w="34925">
                <a:gradFill>
                  <a:gsLst>
                    <a:gs pos="97000">
                      <a:schemeClr val="tx1">
                        <a:lumMod val="75000"/>
                        <a:lumOff val="25000"/>
                      </a:schemeClr>
                    </a:gs>
                    <a:gs pos="94000">
                      <a:schemeClr val="bg1">
                        <a:lumMod val="65000"/>
                      </a:schemeClr>
                    </a:gs>
                    <a:gs pos="6000">
                      <a:schemeClr val="bg1">
                        <a:lumMod val="75000"/>
                      </a:schemeClr>
                    </a:gs>
                    <a:gs pos="4000">
                      <a:srgbClr val="797979"/>
                    </a:gs>
                    <a:gs pos="0">
                      <a:schemeClr val="bg1">
                        <a:lumMod val="85000"/>
                      </a:schemeClr>
                    </a:gs>
                    <a:gs pos="3000">
                      <a:schemeClr val="tx1">
                        <a:lumMod val="75000"/>
                        <a:lumOff val="25000"/>
                      </a:schemeClr>
                    </a:gs>
                    <a:gs pos="2000">
                      <a:schemeClr val="bg1"/>
                    </a:gs>
                    <a:gs pos="98000">
                      <a:schemeClr val="bg1"/>
                    </a:gs>
                    <a:gs pos="53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51" name="Овал 57"/>
              <p:cNvSpPr/>
              <p:nvPr/>
            </p:nvSpPr>
            <p:spPr>
              <a:xfrm flipH="1">
                <a:off x="9196460" y="1401453"/>
                <a:ext cx="94645" cy="92387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52" name="Овал 50"/>
              <p:cNvSpPr/>
              <p:nvPr/>
            </p:nvSpPr>
            <p:spPr>
              <a:xfrm>
                <a:off x="9038716" y="8378172"/>
                <a:ext cx="410131" cy="406782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57000"/>
                    </a:schemeClr>
                  </a:gs>
                  <a:gs pos="100000">
                    <a:schemeClr val="bg1">
                      <a:lumMod val="85000"/>
                      <a:alpha val="15000"/>
                    </a:schemeClr>
                  </a:gs>
                </a:gsLst>
                <a:lin ang="15000000" scaled="0"/>
              </a:gradFill>
              <a:ln w="6350">
                <a:gradFill flip="none" rotWithShape="1">
                  <a:gsLst>
                    <a:gs pos="17000">
                      <a:schemeClr val="tx1">
                        <a:lumMod val="65000"/>
                        <a:lumOff val="35000"/>
                        <a:alpha val="31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  <a:alpha val="33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10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53" name="Rounded Rectangle 52"/>
              <p:cNvSpPr/>
              <p:nvPr/>
            </p:nvSpPr>
            <p:spPr>
              <a:xfrm>
                <a:off x="9183456" y="8521238"/>
                <a:ext cx="120650" cy="120650"/>
              </a:xfrm>
              <a:prstGeom prst="roundRect">
                <a:avLst/>
              </a:prstGeom>
              <a:noFill/>
              <a:ln w="1270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</p:grpSp>
      </p:grpSp>
      <p:sp>
        <p:nvSpPr>
          <p:cNvPr id="54" name="Рисунок 13"/>
          <p:cNvSpPr>
            <a:spLocks noGrp="1"/>
          </p:cNvSpPr>
          <p:nvPr>
            <p:ph type="pic" sz="quarter" idx="78" hasCustomPrompt="1"/>
          </p:nvPr>
        </p:nvSpPr>
        <p:spPr>
          <a:xfrm>
            <a:off x="8450261" y="1689790"/>
            <a:ext cx="4904436" cy="6570576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solidFill>
              <a:srgbClr val="000000">
                <a:alpha val="30000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72" name="Picture Placeholder 71"/>
          <p:cNvSpPr>
            <a:spLocks noGrp="1"/>
          </p:cNvSpPr>
          <p:nvPr>
            <p:ph type="pic" sz="quarter" idx="64" hasCustomPrompt="1"/>
          </p:nvPr>
        </p:nvSpPr>
        <p:spPr>
          <a:xfrm>
            <a:off x="5037944" y="1297041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73" name="Group 72"/>
          <p:cNvGrpSpPr/>
          <p:nvPr/>
        </p:nvGrpSpPr>
        <p:grpSpPr>
          <a:xfrm>
            <a:off x="2028995" y="1134118"/>
            <a:ext cx="2061558" cy="4184372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96" name="Rounded Rectangle 95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97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98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99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00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01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02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03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04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105" name="Рисунок 13"/>
          <p:cNvSpPr>
            <a:spLocks noGrp="1"/>
          </p:cNvSpPr>
          <p:nvPr>
            <p:ph type="pic" sz="quarter" idx="65" hasCustomPrompt="1"/>
          </p:nvPr>
        </p:nvSpPr>
        <p:spPr>
          <a:xfrm>
            <a:off x="2178211" y="1640866"/>
            <a:ext cx="1795252" cy="3170865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234" name="Shape 41"/>
          <p:cNvSpPr>
            <a:spLocks noGrp="1"/>
          </p:cNvSpPr>
          <p:nvPr>
            <p:ph type="body" sz="quarter" idx="141" hasCustomPrompt="1"/>
          </p:nvPr>
        </p:nvSpPr>
        <p:spPr>
          <a:xfrm>
            <a:off x="2019970" y="576203"/>
            <a:ext cx="2056061" cy="41014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394" name="Shape 41"/>
          <p:cNvSpPr>
            <a:spLocks noGrp="1"/>
          </p:cNvSpPr>
          <p:nvPr>
            <p:ph type="body" sz="quarter" idx="142" hasCustomPrompt="1"/>
          </p:nvPr>
        </p:nvSpPr>
        <p:spPr>
          <a:xfrm>
            <a:off x="5061161" y="576203"/>
            <a:ext cx="2056061" cy="41014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395" name="Shape 41"/>
          <p:cNvSpPr>
            <a:spLocks noGrp="1"/>
          </p:cNvSpPr>
          <p:nvPr>
            <p:ph type="body" sz="quarter" idx="143" hasCustomPrompt="1"/>
          </p:nvPr>
        </p:nvSpPr>
        <p:spPr>
          <a:xfrm>
            <a:off x="8140031" y="576203"/>
            <a:ext cx="2056061" cy="41014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9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9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9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9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5_Device Pre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/>
          <p:nvPr userDrawn="1"/>
        </p:nvSpPr>
        <p:spPr>
          <a:xfrm>
            <a:off x="1016000" y="0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92" name="Прямая соединительная линия 46"/>
          <p:cNvCxnSpPr/>
          <p:nvPr userDrawn="1"/>
        </p:nvCxnSpPr>
        <p:spPr>
          <a:xfrm flipH="1">
            <a:off x="6096000" y="2345425"/>
            <a:ext cx="0" cy="36132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единительная линия 48"/>
          <p:cNvCxnSpPr/>
          <p:nvPr userDrawn="1"/>
        </p:nvCxnSpPr>
        <p:spPr>
          <a:xfrm flipH="1">
            <a:off x="8975189" y="6316811"/>
            <a:ext cx="0" cy="54119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 212"/>
          <p:cNvGrpSpPr/>
          <p:nvPr/>
        </p:nvGrpSpPr>
        <p:grpSpPr>
          <a:xfrm>
            <a:off x="1816102" y="3450166"/>
            <a:ext cx="2444532" cy="4946650"/>
            <a:chOff x="889918" y="1073150"/>
            <a:chExt cx="2444531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14" name="Rounded Rectangle 213"/>
            <p:cNvSpPr/>
            <p:nvPr/>
          </p:nvSpPr>
          <p:spPr>
            <a:xfrm>
              <a:off x="1048562" y="1233758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215" name="Group 214"/>
            <p:cNvGrpSpPr/>
            <p:nvPr/>
          </p:nvGrpSpPr>
          <p:grpSpPr>
            <a:xfrm>
              <a:off x="889918" y="1073150"/>
              <a:ext cx="2444531" cy="4946650"/>
              <a:chOff x="2326834" y="1073150"/>
              <a:chExt cx="2444531" cy="4946650"/>
            </a:xfrm>
          </p:grpSpPr>
          <p:sp>
            <p:nvSpPr>
              <p:cNvPr id="216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17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18" name="Скругленный прямоугольник 51"/>
              <p:cNvSpPr/>
              <p:nvPr/>
            </p:nvSpPr>
            <p:spPr>
              <a:xfrm>
                <a:off x="4591064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19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20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21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noFill/>
              <a:ln w="285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4500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  <a:gs pos="2000">
                      <a:srgbClr val="808080"/>
                    </a:gs>
                    <a:gs pos="96000">
                      <a:srgbClr val="808080"/>
                    </a:gs>
                    <a:gs pos="92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22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solidFill>
                <a:schemeClr val="bg1">
                  <a:alpha val="1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223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224" name="Straight Connector 223"/>
              <p:cNvCxnSpPr/>
              <p:nvPr/>
            </p:nvCxnSpPr>
            <p:spPr>
              <a:xfrm>
                <a:off x="4712494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/>
              <p:cNvCxnSpPr/>
              <p:nvPr/>
            </p:nvCxnSpPr>
            <p:spPr>
              <a:xfrm>
                <a:off x="2347097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/>
              <p:cNvCxnSpPr/>
              <p:nvPr/>
            </p:nvCxnSpPr>
            <p:spPr>
              <a:xfrm>
                <a:off x="4715351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/>
              <p:cNvCxnSpPr/>
              <p:nvPr/>
            </p:nvCxnSpPr>
            <p:spPr>
              <a:xfrm>
                <a:off x="2349954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8" name="Picture Placeholder 227"/>
          <p:cNvSpPr>
            <a:spLocks noGrp="1"/>
          </p:cNvSpPr>
          <p:nvPr>
            <p:ph type="pic" sz="quarter" idx="64" hasCustomPrompt="1"/>
          </p:nvPr>
        </p:nvSpPr>
        <p:spPr>
          <a:xfrm>
            <a:off x="1959986" y="3601440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29" name="Group 228"/>
          <p:cNvGrpSpPr/>
          <p:nvPr/>
        </p:nvGrpSpPr>
        <p:grpSpPr>
          <a:xfrm>
            <a:off x="4868866" y="5278540"/>
            <a:ext cx="2449294" cy="4946650"/>
            <a:chOff x="3729678" y="1073150"/>
            <a:chExt cx="2449294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30" name="Rounded Rectangle 229"/>
            <p:cNvSpPr/>
            <p:nvPr/>
          </p:nvSpPr>
          <p:spPr>
            <a:xfrm>
              <a:off x="3868411" y="1226223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231" name="Group 230"/>
            <p:cNvGrpSpPr/>
            <p:nvPr/>
          </p:nvGrpSpPr>
          <p:grpSpPr>
            <a:xfrm>
              <a:off x="3729678" y="1073150"/>
              <a:ext cx="2449294" cy="4946650"/>
              <a:chOff x="2326834" y="1073150"/>
              <a:chExt cx="2449294" cy="4946650"/>
            </a:xfrm>
          </p:grpSpPr>
          <p:sp>
            <p:nvSpPr>
              <p:cNvPr id="232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3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4" name="Скругленный прямоугольник 51"/>
              <p:cNvSpPr/>
              <p:nvPr/>
            </p:nvSpPr>
            <p:spPr>
              <a:xfrm>
                <a:off x="4595827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5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6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7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solidFill>
                <a:schemeClr val="bg1">
                  <a:alpha val="70000"/>
                </a:schemeClr>
              </a:solidFill>
              <a:ln w="28575">
                <a:gradFill>
                  <a:gsLst>
                    <a:gs pos="0">
                      <a:schemeClr val="bg1"/>
                    </a:gs>
                    <a:gs pos="10000">
                      <a:schemeClr val="bg1"/>
                    </a:gs>
                    <a:gs pos="100000">
                      <a:schemeClr val="bg1"/>
                    </a:gs>
                    <a:gs pos="90000">
                      <a:schemeClr val="bg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8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239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240" name="Straight Connector 239"/>
              <p:cNvCxnSpPr/>
              <p:nvPr/>
            </p:nvCxnSpPr>
            <p:spPr>
              <a:xfrm>
                <a:off x="4722018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/>
              <p:cNvCxnSpPr/>
              <p:nvPr/>
            </p:nvCxnSpPr>
            <p:spPr>
              <a:xfrm>
                <a:off x="2339954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/>
              <p:cNvCxnSpPr/>
              <p:nvPr/>
            </p:nvCxnSpPr>
            <p:spPr>
              <a:xfrm>
                <a:off x="4722494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/>
              <p:cNvCxnSpPr/>
              <p:nvPr/>
            </p:nvCxnSpPr>
            <p:spPr>
              <a:xfrm>
                <a:off x="2340430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4" name="Picture Placeholder 243"/>
          <p:cNvSpPr>
            <a:spLocks noGrp="1"/>
          </p:cNvSpPr>
          <p:nvPr>
            <p:ph type="pic" sz="quarter" idx="65" hasCustomPrompt="1"/>
          </p:nvPr>
        </p:nvSpPr>
        <p:spPr>
          <a:xfrm>
            <a:off x="5012750" y="5429813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45" name="Group 244"/>
          <p:cNvGrpSpPr/>
          <p:nvPr/>
        </p:nvGrpSpPr>
        <p:grpSpPr>
          <a:xfrm>
            <a:off x="7898532" y="3797705"/>
            <a:ext cx="2449294" cy="4946650"/>
            <a:chOff x="3729678" y="1073150"/>
            <a:chExt cx="2449294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46" name="Rounded Rectangle 245"/>
            <p:cNvSpPr/>
            <p:nvPr/>
          </p:nvSpPr>
          <p:spPr>
            <a:xfrm>
              <a:off x="3868411" y="1226223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247" name="Group 246"/>
            <p:cNvGrpSpPr/>
            <p:nvPr/>
          </p:nvGrpSpPr>
          <p:grpSpPr>
            <a:xfrm>
              <a:off x="3729678" y="1073150"/>
              <a:ext cx="2449294" cy="4946650"/>
              <a:chOff x="2326834" y="1073150"/>
              <a:chExt cx="2449294" cy="4946650"/>
            </a:xfrm>
          </p:grpSpPr>
          <p:sp>
            <p:nvSpPr>
              <p:cNvPr id="248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49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50" name="Скругленный прямоугольник 51"/>
              <p:cNvSpPr/>
              <p:nvPr/>
            </p:nvSpPr>
            <p:spPr>
              <a:xfrm>
                <a:off x="4595827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51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52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53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solidFill>
                <a:schemeClr val="bg1">
                  <a:alpha val="70000"/>
                </a:schemeClr>
              </a:solidFill>
              <a:ln w="28575">
                <a:gradFill>
                  <a:gsLst>
                    <a:gs pos="0">
                      <a:schemeClr val="bg1"/>
                    </a:gs>
                    <a:gs pos="10000">
                      <a:schemeClr val="bg1"/>
                    </a:gs>
                    <a:gs pos="100000">
                      <a:schemeClr val="bg1"/>
                    </a:gs>
                    <a:gs pos="90000">
                      <a:schemeClr val="bg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54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255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256" name="Straight Connector 255"/>
              <p:cNvCxnSpPr/>
              <p:nvPr/>
            </p:nvCxnSpPr>
            <p:spPr>
              <a:xfrm>
                <a:off x="4722018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/>
              <p:cNvCxnSpPr/>
              <p:nvPr/>
            </p:nvCxnSpPr>
            <p:spPr>
              <a:xfrm>
                <a:off x="2339954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/>
              <p:cNvCxnSpPr/>
              <p:nvPr/>
            </p:nvCxnSpPr>
            <p:spPr>
              <a:xfrm>
                <a:off x="4722494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/>
              <p:cNvCxnSpPr/>
              <p:nvPr/>
            </p:nvCxnSpPr>
            <p:spPr>
              <a:xfrm>
                <a:off x="2340430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60" name="Picture Placeholder 259"/>
          <p:cNvSpPr>
            <a:spLocks noGrp="1"/>
          </p:cNvSpPr>
          <p:nvPr>
            <p:ph type="pic" sz="quarter" idx="71" hasCustomPrompt="1"/>
          </p:nvPr>
        </p:nvSpPr>
        <p:spPr>
          <a:xfrm>
            <a:off x="8042416" y="3948978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62" name="Group 261"/>
          <p:cNvGrpSpPr/>
          <p:nvPr/>
        </p:nvGrpSpPr>
        <p:grpSpPr>
          <a:xfrm>
            <a:off x="7904777" y="-1817156"/>
            <a:ext cx="2444532" cy="4946650"/>
            <a:chOff x="889918" y="1073150"/>
            <a:chExt cx="2444531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63" name="Rounded Rectangle 262"/>
            <p:cNvSpPr/>
            <p:nvPr/>
          </p:nvSpPr>
          <p:spPr>
            <a:xfrm>
              <a:off x="1048562" y="1233758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264" name="Group 263"/>
            <p:cNvGrpSpPr/>
            <p:nvPr/>
          </p:nvGrpSpPr>
          <p:grpSpPr>
            <a:xfrm>
              <a:off x="889918" y="1073150"/>
              <a:ext cx="2444531" cy="4946650"/>
              <a:chOff x="2326834" y="1073150"/>
              <a:chExt cx="2444531" cy="4946650"/>
            </a:xfrm>
          </p:grpSpPr>
          <p:sp>
            <p:nvSpPr>
              <p:cNvPr id="265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66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67" name="Скругленный прямоугольник 51"/>
              <p:cNvSpPr/>
              <p:nvPr/>
            </p:nvSpPr>
            <p:spPr>
              <a:xfrm>
                <a:off x="4591064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68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69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70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noFill/>
              <a:ln w="285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4500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  <a:gs pos="2000">
                      <a:srgbClr val="808080"/>
                    </a:gs>
                    <a:gs pos="96000">
                      <a:srgbClr val="808080"/>
                    </a:gs>
                    <a:gs pos="92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71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solidFill>
                <a:schemeClr val="bg1">
                  <a:alpha val="1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272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273" name="Straight Connector 272"/>
              <p:cNvCxnSpPr/>
              <p:nvPr/>
            </p:nvCxnSpPr>
            <p:spPr>
              <a:xfrm>
                <a:off x="4712494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/>
              <p:cNvCxnSpPr/>
              <p:nvPr/>
            </p:nvCxnSpPr>
            <p:spPr>
              <a:xfrm>
                <a:off x="2347097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/>
              <p:cNvCxnSpPr/>
              <p:nvPr/>
            </p:nvCxnSpPr>
            <p:spPr>
              <a:xfrm>
                <a:off x="4715689" y="5543515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/>
              <p:cNvCxnSpPr/>
              <p:nvPr/>
            </p:nvCxnSpPr>
            <p:spPr>
              <a:xfrm>
                <a:off x="2349954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Picture Placeholder 276"/>
          <p:cNvSpPr>
            <a:spLocks noGrp="1"/>
          </p:cNvSpPr>
          <p:nvPr>
            <p:ph type="pic" sz="quarter" idx="72" hasCustomPrompt="1"/>
          </p:nvPr>
        </p:nvSpPr>
        <p:spPr>
          <a:xfrm>
            <a:off x="8048661" y="-1665884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78" name="Group 277"/>
          <p:cNvGrpSpPr/>
          <p:nvPr/>
        </p:nvGrpSpPr>
        <p:grpSpPr>
          <a:xfrm>
            <a:off x="4870373" y="-376158"/>
            <a:ext cx="2449294" cy="4946650"/>
            <a:chOff x="3729678" y="1073150"/>
            <a:chExt cx="2449294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79" name="Rounded Rectangle 278"/>
            <p:cNvSpPr/>
            <p:nvPr/>
          </p:nvSpPr>
          <p:spPr>
            <a:xfrm>
              <a:off x="3868411" y="1226223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280" name="Group 279"/>
            <p:cNvGrpSpPr/>
            <p:nvPr/>
          </p:nvGrpSpPr>
          <p:grpSpPr>
            <a:xfrm>
              <a:off x="3729678" y="1073150"/>
              <a:ext cx="2449294" cy="4946650"/>
              <a:chOff x="2326834" y="1073150"/>
              <a:chExt cx="2449294" cy="4946650"/>
            </a:xfrm>
          </p:grpSpPr>
          <p:sp>
            <p:nvSpPr>
              <p:cNvPr id="281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2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3" name="Скругленный прямоугольник 51"/>
              <p:cNvSpPr/>
              <p:nvPr/>
            </p:nvSpPr>
            <p:spPr>
              <a:xfrm>
                <a:off x="4595827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4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5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6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solidFill>
                <a:schemeClr val="bg1">
                  <a:alpha val="70000"/>
                </a:schemeClr>
              </a:solidFill>
              <a:ln w="28575">
                <a:gradFill>
                  <a:gsLst>
                    <a:gs pos="0">
                      <a:schemeClr val="bg1"/>
                    </a:gs>
                    <a:gs pos="10000">
                      <a:schemeClr val="bg1"/>
                    </a:gs>
                    <a:gs pos="100000">
                      <a:schemeClr val="bg1"/>
                    </a:gs>
                    <a:gs pos="90000">
                      <a:schemeClr val="bg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7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288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289" name="Straight Connector 288"/>
              <p:cNvCxnSpPr/>
              <p:nvPr/>
            </p:nvCxnSpPr>
            <p:spPr>
              <a:xfrm>
                <a:off x="4720859" y="157763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/>
            </p:nvCxnSpPr>
            <p:spPr>
              <a:xfrm>
                <a:off x="2348323" y="1589303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/>
              <p:cNvCxnSpPr/>
              <p:nvPr/>
            </p:nvCxnSpPr>
            <p:spPr>
              <a:xfrm>
                <a:off x="4722494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/>
              <p:cNvCxnSpPr/>
              <p:nvPr/>
            </p:nvCxnSpPr>
            <p:spPr>
              <a:xfrm>
                <a:off x="2340430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3" name="Picture Placeholder 292"/>
          <p:cNvSpPr>
            <a:spLocks noGrp="1"/>
          </p:cNvSpPr>
          <p:nvPr>
            <p:ph type="pic" sz="quarter" idx="73" hasCustomPrompt="1"/>
          </p:nvPr>
        </p:nvSpPr>
        <p:spPr>
          <a:xfrm>
            <a:off x="5014257" y="-224885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6AC89075-DE69-4485-9579-FB170A9F89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6_Devic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Прямая соединительная линия 48"/>
          <p:cNvCxnSpPr/>
          <p:nvPr userDrawn="1"/>
        </p:nvCxnSpPr>
        <p:spPr>
          <a:xfrm flipH="1">
            <a:off x="8827704" y="5918601"/>
            <a:ext cx="0" cy="54119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2680217" y="4422070"/>
            <a:ext cx="244511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108" name="Group 107"/>
          <p:cNvGrpSpPr/>
          <p:nvPr/>
        </p:nvGrpSpPr>
        <p:grpSpPr>
          <a:xfrm>
            <a:off x="1566373" y="2881571"/>
            <a:ext cx="2489079" cy="505211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109" name="Rounded Rectangle 108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10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1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2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3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4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5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6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7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118" name="Рисунок 13"/>
          <p:cNvSpPr>
            <a:spLocks noGrp="1"/>
          </p:cNvSpPr>
          <p:nvPr>
            <p:ph type="pic" sz="quarter" idx="65" hasCustomPrompt="1"/>
          </p:nvPr>
        </p:nvSpPr>
        <p:spPr>
          <a:xfrm>
            <a:off x="1728293" y="3515317"/>
            <a:ext cx="2167548" cy="382843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119" name="Group 118"/>
          <p:cNvGrpSpPr/>
          <p:nvPr/>
        </p:nvGrpSpPr>
        <p:grpSpPr>
          <a:xfrm>
            <a:off x="4857616" y="2881571"/>
            <a:ext cx="2489079" cy="505211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120" name="Rounded Rectangle 119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21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2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3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4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5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6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7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8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141" name="Рисунок 13"/>
          <p:cNvSpPr>
            <a:spLocks noGrp="1"/>
          </p:cNvSpPr>
          <p:nvPr>
            <p:ph type="pic" sz="quarter" idx="83" hasCustomPrompt="1"/>
          </p:nvPr>
        </p:nvSpPr>
        <p:spPr>
          <a:xfrm>
            <a:off x="5019538" y="3515317"/>
            <a:ext cx="2167548" cy="382843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142" name="Group 141"/>
          <p:cNvGrpSpPr/>
          <p:nvPr/>
        </p:nvGrpSpPr>
        <p:grpSpPr>
          <a:xfrm>
            <a:off x="8108365" y="2881571"/>
            <a:ext cx="2489079" cy="505211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143" name="Rounded Rectangle 142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44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45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46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47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48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49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50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51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152" name="Рисунок 13"/>
          <p:cNvSpPr>
            <a:spLocks noGrp="1"/>
          </p:cNvSpPr>
          <p:nvPr>
            <p:ph type="pic" sz="quarter" idx="84" hasCustomPrompt="1"/>
          </p:nvPr>
        </p:nvSpPr>
        <p:spPr>
          <a:xfrm>
            <a:off x="8270285" y="3515317"/>
            <a:ext cx="2167548" cy="382843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255" name="Shape 41"/>
          <p:cNvSpPr>
            <a:spLocks noGrp="1"/>
          </p:cNvSpPr>
          <p:nvPr>
            <p:ph type="body" sz="quarter" idx="141" hasCustomPrompt="1"/>
          </p:nvPr>
        </p:nvSpPr>
        <p:spPr>
          <a:xfrm>
            <a:off x="1307648" y="1325397"/>
            <a:ext cx="3065992" cy="1222072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256" name="Shape 17"/>
          <p:cNvSpPr>
            <a:spLocks noGrp="1"/>
          </p:cNvSpPr>
          <p:nvPr>
            <p:ph type="body" sz="quarter" idx="142" hasCustomPrompt="1"/>
          </p:nvPr>
        </p:nvSpPr>
        <p:spPr>
          <a:xfrm>
            <a:off x="1307648" y="753986"/>
            <a:ext cx="3065992" cy="507922"/>
          </a:xfrm>
          <a:prstGeom prst="rect">
            <a:avLst/>
          </a:prstGeom>
        </p:spPr>
        <p:txBody>
          <a:bodyPr wrap="square" lIns="0" tIns="0" rIns="0" bIns="10800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ct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/>
              <a:t>H3 TITLE HERE</a:t>
            </a:r>
            <a:endParaRPr lang="nl-NL"/>
          </a:p>
        </p:txBody>
      </p:sp>
      <p:sp>
        <p:nvSpPr>
          <p:cNvPr id="257" name="Shape 41"/>
          <p:cNvSpPr>
            <a:spLocks noGrp="1"/>
          </p:cNvSpPr>
          <p:nvPr>
            <p:ph type="body" sz="quarter" idx="143" hasCustomPrompt="1"/>
          </p:nvPr>
        </p:nvSpPr>
        <p:spPr>
          <a:xfrm>
            <a:off x="4567160" y="1324257"/>
            <a:ext cx="3065992" cy="122270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258" name="Shape 17"/>
          <p:cNvSpPr>
            <a:spLocks noGrp="1"/>
          </p:cNvSpPr>
          <p:nvPr>
            <p:ph type="body" sz="quarter" idx="144" hasCustomPrompt="1"/>
          </p:nvPr>
        </p:nvSpPr>
        <p:spPr>
          <a:xfrm>
            <a:off x="4567160" y="752844"/>
            <a:ext cx="3065992" cy="507922"/>
          </a:xfrm>
          <a:prstGeom prst="rect">
            <a:avLst/>
          </a:prstGeom>
        </p:spPr>
        <p:txBody>
          <a:bodyPr wrap="square" lIns="0" tIns="0" rIns="0" bIns="10800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ct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/>
              <a:t>H3 TITLE HERE</a:t>
            </a:r>
            <a:endParaRPr lang="nl-NL"/>
          </a:p>
        </p:txBody>
      </p:sp>
      <p:sp>
        <p:nvSpPr>
          <p:cNvPr id="259" name="Shape 41"/>
          <p:cNvSpPr>
            <a:spLocks noGrp="1"/>
          </p:cNvSpPr>
          <p:nvPr>
            <p:ph type="body" sz="quarter" idx="145" hasCustomPrompt="1"/>
          </p:nvPr>
        </p:nvSpPr>
        <p:spPr>
          <a:xfrm>
            <a:off x="7826672" y="1324257"/>
            <a:ext cx="3065992" cy="122270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260" name="Shape 17"/>
          <p:cNvSpPr>
            <a:spLocks noGrp="1"/>
          </p:cNvSpPr>
          <p:nvPr>
            <p:ph type="body" sz="quarter" idx="146" hasCustomPrompt="1"/>
          </p:nvPr>
        </p:nvSpPr>
        <p:spPr>
          <a:xfrm>
            <a:off x="7826672" y="752844"/>
            <a:ext cx="3065992" cy="507922"/>
          </a:xfrm>
          <a:prstGeom prst="rect">
            <a:avLst/>
          </a:prstGeom>
        </p:spPr>
        <p:txBody>
          <a:bodyPr wrap="square" lIns="0" tIns="0" rIns="0" bIns="10800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ct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/>
              <a:t>H3 TITLE HERE</a:t>
            </a:r>
            <a:endParaRPr lang="nl-NL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6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1_Content &amp;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Rectangle 344"/>
          <p:cNvSpPr/>
          <p:nvPr userDrawn="1"/>
        </p:nvSpPr>
        <p:spPr>
          <a:xfrm>
            <a:off x="1016000" y="-2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40000"/>
                  <a:lumOff val="6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58"/>
          <p:cNvSpPr>
            <a:spLocks noGrp="1"/>
          </p:cNvSpPr>
          <p:nvPr>
            <p:ph type="sldNum" sz="quarter" idx="2"/>
          </p:nvPr>
        </p:nvSpPr>
        <p:spPr>
          <a:xfrm>
            <a:off x="0" y="6285243"/>
            <a:ext cx="1016000" cy="57271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6CB4B4D-7CA3-9044-876B-883B54F8677D}" type="slidenum">
              <a:rPr lang="uk-UA" smtClean="0"/>
            </a:fld>
            <a:endParaRPr lang="uk-UA" dirty="0"/>
          </a:p>
        </p:txBody>
      </p:sp>
      <p:sp>
        <p:nvSpPr>
          <p:cNvPr id="200" name="Picture Placeholder 199"/>
          <p:cNvSpPr>
            <a:spLocks noGrp="1"/>
          </p:cNvSpPr>
          <p:nvPr>
            <p:ph type="pic" sz="quarter" idx="57" hasCustomPrompt="1"/>
          </p:nvPr>
        </p:nvSpPr>
        <p:spPr>
          <a:xfrm>
            <a:off x="7112000" y="1762469"/>
            <a:ext cx="2032000" cy="1672052"/>
          </a:xfrm>
          <a:custGeom>
            <a:avLst/>
            <a:gdLst>
              <a:gd name="connsiteX0" fmla="*/ 4064000 w 4064000"/>
              <a:gd name="connsiteY0" fmla="*/ 0 h 3344103"/>
              <a:gd name="connsiteX1" fmla="*/ 4064000 w 4064000"/>
              <a:gd name="connsiteY1" fmla="*/ 3344103 h 3344103"/>
              <a:gd name="connsiteX2" fmla="*/ 0 w 4064000"/>
              <a:gd name="connsiteY2" fmla="*/ 3344103 h 3344103"/>
              <a:gd name="connsiteX3" fmla="*/ 0 w 4064000"/>
              <a:gd name="connsiteY3" fmla="*/ 746597 h 3344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000" h="3344103">
                <a:moveTo>
                  <a:pt x="4064000" y="0"/>
                </a:moveTo>
                <a:lnTo>
                  <a:pt x="4064000" y="3344103"/>
                </a:lnTo>
                <a:lnTo>
                  <a:pt x="0" y="3344103"/>
                </a:lnTo>
                <a:lnTo>
                  <a:pt x="0" y="74659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effectLst/>
        </p:spPr>
        <p:txBody>
          <a:bodyPr wrap="square" lIns="91439" tIns="45719" rIns="91439" bIns="45719" anchor="ctr">
            <a:noAutofit/>
          </a:bodyPr>
          <a:lstStyle>
            <a:lvl1pPr marL="0" marR="0" indent="0" algn="ctr" defTabSz="45339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Tx/>
              <a:buSzTx/>
              <a:buFontTx/>
              <a:buNone/>
              <a:defRPr sz="1200" spc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Drag &amp; Drop your image here</a:t>
            </a:r>
            <a:endParaRPr lang="en-US"/>
          </a:p>
        </p:txBody>
      </p:sp>
      <p:sp>
        <p:nvSpPr>
          <p:cNvPr id="197" name="Picture Placeholder 196"/>
          <p:cNvSpPr>
            <a:spLocks noGrp="1"/>
          </p:cNvSpPr>
          <p:nvPr>
            <p:ph type="pic" sz="quarter" idx="58" hasCustomPrompt="1"/>
          </p:nvPr>
        </p:nvSpPr>
        <p:spPr>
          <a:xfrm>
            <a:off x="8128000" y="3421415"/>
            <a:ext cx="4064000" cy="2232000"/>
          </a:xfrm>
          <a:custGeom>
            <a:avLst/>
            <a:gdLst>
              <a:gd name="connsiteX0" fmla="*/ 0 w 8128000"/>
              <a:gd name="connsiteY0" fmla="*/ 0 h 4463999"/>
              <a:gd name="connsiteX1" fmla="*/ 8128000 w 8128000"/>
              <a:gd name="connsiteY1" fmla="*/ 0 h 4463999"/>
              <a:gd name="connsiteX2" fmla="*/ 8128000 w 8128000"/>
              <a:gd name="connsiteY2" fmla="*/ 4463999 h 4463999"/>
              <a:gd name="connsiteX3" fmla="*/ 0 w 8128000"/>
              <a:gd name="connsiteY3" fmla="*/ 2981073 h 446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8000" h="4463999">
                <a:moveTo>
                  <a:pt x="0" y="0"/>
                </a:moveTo>
                <a:lnTo>
                  <a:pt x="8128000" y="0"/>
                </a:lnTo>
                <a:lnTo>
                  <a:pt x="8128000" y="4463999"/>
                </a:lnTo>
                <a:lnTo>
                  <a:pt x="0" y="2981073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effectLst/>
        </p:spPr>
        <p:txBody>
          <a:bodyPr wrap="square" lIns="91439" tIns="45719" rIns="91439" bIns="45719" anchor="ctr">
            <a:noAutofit/>
          </a:bodyPr>
          <a:lstStyle>
            <a:lvl1pPr marL="0" marR="0" indent="0" algn="ctr" defTabSz="45339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Tx/>
              <a:buSzTx/>
              <a:buFontTx/>
              <a:buNone/>
              <a:defRPr sz="1200" spc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Drag &amp; Drop your image here</a:t>
            </a:r>
            <a:endParaRPr lang="en-US"/>
          </a:p>
        </p:txBody>
      </p:sp>
      <p:sp>
        <p:nvSpPr>
          <p:cNvPr id="202" name="Picture Placeholder 201"/>
          <p:cNvSpPr>
            <a:spLocks noGrp="1"/>
          </p:cNvSpPr>
          <p:nvPr>
            <p:ph type="pic" sz="quarter" idx="61" hasCustomPrompt="1"/>
          </p:nvPr>
        </p:nvSpPr>
        <p:spPr>
          <a:xfrm>
            <a:off x="8128000" y="-128"/>
            <a:ext cx="4064000" cy="1951158"/>
          </a:xfrm>
          <a:custGeom>
            <a:avLst/>
            <a:gdLst>
              <a:gd name="connsiteX0" fmla="*/ 2705928 w 8128000"/>
              <a:gd name="connsiteY0" fmla="*/ 0 h 3902315"/>
              <a:gd name="connsiteX1" fmla="*/ 8128000 w 8128000"/>
              <a:gd name="connsiteY1" fmla="*/ 0 h 3902315"/>
              <a:gd name="connsiteX2" fmla="*/ 8128000 w 8128000"/>
              <a:gd name="connsiteY2" fmla="*/ 2424344 h 3902315"/>
              <a:gd name="connsiteX3" fmla="*/ 0 w 8128000"/>
              <a:gd name="connsiteY3" fmla="*/ 3902315 h 3902315"/>
              <a:gd name="connsiteX4" fmla="*/ 0 w 8128000"/>
              <a:gd name="connsiteY4" fmla="*/ 904781 h 3902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000" h="3902314">
                <a:moveTo>
                  <a:pt x="2705928" y="0"/>
                </a:moveTo>
                <a:lnTo>
                  <a:pt x="8128000" y="0"/>
                </a:lnTo>
                <a:lnTo>
                  <a:pt x="8128000" y="2424344"/>
                </a:lnTo>
                <a:lnTo>
                  <a:pt x="0" y="3902315"/>
                </a:lnTo>
                <a:lnTo>
                  <a:pt x="0" y="904781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effectLst/>
        </p:spPr>
        <p:txBody>
          <a:bodyPr wrap="square" lIns="91439" tIns="45719" rIns="91439" bIns="45719" anchor="ctr">
            <a:noAutofit/>
          </a:bodyPr>
          <a:lstStyle>
            <a:lvl1pPr marL="0" marR="0" indent="0" algn="ctr" defTabSz="45339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Tx/>
              <a:buSzTx/>
              <a:buFontTx/>
              <a:buNone/>
              <a:defRPr sz="1200" spc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Drag &amp; Drop your image here</a:t>
            </a:r>
            <a:endParaRPr lang="en-US"/>
          </a:p>
        </p:txBody>
      </p:sp>
      <p:sp>
        <p:nvSpPr>
          <p:cNvPr id="191" name="Picture Placeholder 190"/>
          <p:cNvSpPr>
            <a:spLocks noGrp="1"/>
          </p:cNvSpPr>
          <p:nvPr>
            <p:ph type="pic" sz="quarter" idx="54" hasCustomPrompt="1"/>
          </p:nvPr>
        </p:nvSpPr>
        <p:spPr>
          <a:xfrm>
            <a:off x="7112000" y="4722221"/>
            <a:ext cx="1016000" cy="1683513"/>
          </a:xfrm>
          <a:custGeom>
            <a:avLst/>
            <a:gdLst>
              <a:gd name="connsiteX0" fmla="*/ 0 w 2032000"/>
              <a:gd name="connsiteY0" fmla="*/ 0 h 3367026"/>
              <a:gd name="connsiteX1" fmla="*/ 2032000 w 2032000"/>
              <a:gd name="connsiteY1" fmla="*/ 369492 h 3367026"/>
              <a:gd name="connsiteX2" fmla="*/ 2032000 w 2032000"/>
              <a:gd name="connsiteY2" fmla="*/ 3367026 h 3367026"/>
              <a:gd name="connsiteX3" fmla="*/ 0 w 2032000"/>
              <a:gd name="connsiteY3" fmla="*/ 2687586 h 3367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3367026">
                <a:moveTo>
                  <a:pt x="0" y="0"/>
                </a:moveTo>
                <a:lnTo>
                  <a:pt x="2032000" y="369492"/>
                </a:lnTo>
                <a:lnTo>
                  <a:pt x="2032000" y="3367026"/>
                </a:lnTo>
                <a:lnTo>
                  <a:pt x="0" y="2687586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effectLst/>
        </p:spPr>
        <p:txBody>
          <a:bodyPr wrap="square" lIns="91439" tIns="45719" rIns="91439" bIns="45719" anchor="ctr">
            <a:noAutofit/>
          </a:bodyPr>
          <a:lstStyle>
            <a:lvl1pPr marL="0" marR="0" indent="0" algn="ctr" defTabSz="45339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ct val="0"/>
              </a:spcAft>
              <a:buClrTx/>
              <a:buSzTx/>
              <a:buFontTx/>
              <a:buNone/>
              <a:defRPr sz="1200" spc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/>
              <a:t>Drag &amp; Drop your image here</a:t>
            </a:r>
            <a:endParaRPr lang="en-US"/>
          </a:p>
        </p:txBody>
      </p:sp>
      <p:sp>
        <p:nvSpPr>
          <p:cNvPr id="18" name="Shape 41"/>
          <p:cNvSpPr>
            <a:spLocks noGrp="1"/>
          </p:cNvSpPr>
          <p:nvPr>
            <p:ph type="body" sz="quarter" idx="141" hasCustomPrompt="1"/>
          </p:nvPr>
        </p:nvSpPr>
        <p:spPr>
          <a:xfrm>
            <a:off x="2055285" y="3687306"/>
            <a:ext cx="4053416" cy="1788724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>
              <a:lnSpc>
                <a:spcPct val="150000"/>
              </a:lnSpc>
              <a:spcBef>
                <a:spcPts val="1000"/>
              </a:spcBef>
              <a:defRPr sz="1200" spc="0" baseline="0">
                <a:solidFill>
                  <a:schemeClr val="tx1">
                    <a:alpha val="80000"/>
                  </a:schemeClr>
                </a:solidFill>
                <a:latin typeface="微软雅黑" panose="020B0503020204020204" pitchFamily="34" charset="-122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 dirty="0"/>
              <a:t>Write body text here</a:t>
            </a:r>
            <a:endParaRPr lang="en-US" dirty="0"/>
          </a:p>
        </p:txBody>
      </p:sp>
      <p:sp>
        <p:nvSpPr>
          <p:cNvPr id="19" name="Текст 7"/>
          <p:cNvSpPr>
            <a:spLocks noGrp="1"/>
          </p:cNvSpPr>
          <p:nvPr>
            <p:ph type="body" sz="quarter" idx="139" hasCustomPrompt="1"/>
          </p:nvPr>
        </p:nvSpPr>
        <p:spPr>
          <a:xfrm>
            <a:off x="2055285" y="815850"/>
            <a:ext cx="4053416" cy="663321"/>
          </a:xfrm>
        </p:spPr>
        <p:txBody>
          <a:bodyPr tIns="0" anchor="t">
            <a:no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defRPr lang="en-US" sz="1050" b="0" i="0" spc="200" baseline="0" smtClean="0">
                <a:effectLst/>
                <a:latin typeface="微软雅黑" panose="020B0503020204020204" pitchFamily="34" charset="-122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WRITE CAPTION HERE</a:t>
            </a:r>
            <a:endParaRPr lang="en-US" dirty="0"/>
          </a:p>
        </p:txBody>
      </p:sp>
      <p:grpSp>
        <p:nvGrpSpPr>
          <p:cNvPr id="20" name="Group 19"/>
          <p:cNvGrpSpPr>
            <a:grpSpLocks noChangeAspect="1"/>
          </p:cNvGrpSpPr>
          <p:nvPr userDrawn="1"/>
        </p:nvGrpSpPr>
        <p:grpSpPr>
          <a:xfrm>
            <a:off x="2057462" y="5721968"/>
            <a:ext cx="312000" cy="311952"/>
            <a:chOff x="3238499" y="8277225"/>
            <a:chExt cx="666750" cy="666750"/>
          </a:xfrm>
        </p:grpSpPr>
        <p:sp>
          <p:nvSpPr>
            <p:cNvPr id="21" name="Oval 20"/>
            <p:cNvSpPr/>
            <p:nvPr/>
          </p:nvSpPr>
          <p:spPr>
            <a:xfrm>
              <a:off x="3238499" y="8277225"/>
              <a:ext cx="666750" cy="666750"/>
            </a:xfrm>
            <a:prstGeom prst="ellipse">
              <a:avLst/>
            </a:pr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24"/>
            <p:cNvSpPr/>
            <p:nvPr/>
          </p:nvSpPr>
          <p:spPr bwMode="auto">
            <a:xfrm>
              <a:off x="3502483" y="8426894"/>
              <a:ext cx="189583" cy="367412"/>
            </a:xfrm>
            <a:custGeom>
              <a:avLst/>
              <a:gdLst>
                <a:gd name="T0" fmla="*/ 461 w 461"/>
                <a:gd name="T1" fmla="*/ 448 h 895"/>
                <a:gd name="T2" fmla="*/ 457 w 461"/>
                <a:gd name="T3" fmla="*/ 457 h 895"/>
                <a:gd name="T4" fmla="*/ 22 w 461"/>
                <a:gd name="T5" fmla="*/ 892 h 895"/>
                <a:gd name="T6" fmla="*/ 14 w 461"/>
                <a:gd name="T7" fmla="*/ 895 h 895"/>
                <a:gd name="T8" fmla="*/ 5 w 461"/>
                <a:gd name="T9" fmla="*/ 892 h 895"/>
                <a:gd name="T10" fmla="*/ 5 w 461"/>
                <a:gd name="T11" fmla="*/ 874 h 895"/>
                <a:gd name="T12" fmla="*/ 431 w 461"/>
                <a:gd name="T13" fmla="*/ 448 h 895"/>
                <a:gd name="T14" fmla="*/ 6 w 461"/>
                <a:gd name="T15" fmla="*/ 23 h 895"/>
                <a:gd name="T16" fmla="*/ 6 w 461"/>
                <a:gd name="T17" fmla="*/ 5 h 895"/>
                <a:gd name="T18" fmla="*/ 24 w 461"/>
                <a:gd name="T19" fmla="*/ 5 h 895"/>
                <a:gd name="T20" fmla="*/ 457 w 461"/>
                <a:gd name="T21" fmla="*/ 439 h 895"/>
                <a:gd name="T22" fmla="*/ 461 w 461"/>
                <a:gd name="T23" fmla="*/ 448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1" h="895">
                  <a:moveTo>
                    <a:pt x="461" y="448"/>
                  </a:moveTo>
                  <a:cubicBezTo>
                    <a:pt x="461" y="452"/>
                    <a:pt x="460" y="454"/>
                    <a:pt x="457" y="457"/>
                  </a:cubicBezTo>
                  <a:lnTo>
                    <a:pt x="22" y="892"/>
                  </a:lnTo>
                  <a:cubicBezTo>
                    <a:pt x="20" y="894"/>
                    <a:pt x="16" y="895"/>
                    <a:pt x="14" y="895"/>
                  </a:cubicBezTo>
                  <a:cubicBezTo>
                    <a:pt x="11" y="895"/>
                    <a:pt x="7" y="894"/>
                    <a:pt x="5" y="892"/>
                  </a:cubicBezTo>
                  <a:cubicBezTo>
                    <a:pt x="0" y="887"/>
                    <a:pt x="0" y="879"/>
                    <a:pt x="5" y="874"/>
                  </a:cubicBezTo>
                  <a:lnTo>
                    <a:pt x="431" y="448"/>
                  </a:lnTo>
                  <a:lnTo>
                    <a:pt x="6" y="23"/>
                  </a:lnTo>
                  <a:cubicBezTo>
                    <a:pt x="1" y="18"/>
                    <a:pt x="1" y="10"/>
                    <a:pt x="6" y="5"/>
                  </a:cubicBezTo>
                  <a:cubicBezTo>
                    <a:pt x="11" y="0"/>
                    <a:pt x="19" y="0"/>
                    <a:pt x="24" y="5"/>
                  </a:cubicBezTo>
                  <a:lnTo>
                    <a:pt x="457" y="439"/>
                  </a:lnTo>
                  <a:cubicBezTo>
                    <a:pt x="460" y="442"/>
                    <a:pt x="461" y="444"/>
                    <a:pt x="461" y="448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137160" tIns="68580" rIns="137160" bIns="68580" numCol="1" anchor="t" anchorCtr="0" compatLnSpc="1"/>
            <a:lstStyle/>
            <a:p>
              <a:endParaRPr lang="en-US" sz="27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2055285" y="1549196"/>
            <a:ext cx="4053416" cy="1964637"/>
          </a:xfrm>
          <a:effectLst/>
        </p:spPr>
        <p:txBody>
          <a:bodyPr tIns="216000" bIns="0" anchor="b" anchorCtr="0"/>
          <a:lstStyle>
            <a:lvl1pPr algn="l">
              <a:lnSpc>
                <a:spcPct val="100000"/>
              </a:lnSpc>
              <a:defRPr sz="6650" b="1" kern="3000" spc="-15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r>
              <a:rPr lang="en-US"/>
              <a:t>H1 Title</a:t>
            </a:r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8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2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2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 animBg="1"/>
      <p:bldP spid="197" grpId="0" animBg="1"/>
      <p:bldP spid="202" grpId="0" animBg="1"/>
      <p:bldP spid="191" grpId="0" animBg="1"/>
      <p:bldP spid="1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6A458-23E8-4805-9F00-53A764766D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6EAE-0258-42D9-A017-638E3B750D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-972456" y="-1563422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2"/>
          <p:cNvSpPr>
            <a:spLocks noGrp="1"/>
          </p:cNvSpPr>
          <p:nvPr>
            <p:ph type="pic" sz="quarter" idx="13"/>
          </p:nvPr>
        </p:nvSpPr>
        <p:spPr>
          <a:xfrm>
            <a:off x="-605970" y="2619830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2"/>
          <p:cNvSpPr>
            <a:spLocks noGrp="1"/>
          </p:cNvSpPr>
          <p:nvPr>
            <p:ph type="pic" sz="quarter" idx="14"/>
          </p:nvPr>
        </p:nvSpPr>
        <p:spPr>
          <a:xfrm>
            <a:off x="1846000" y="406401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2"/>
          <p:cNvSpPr>
            <a:spLocks noGrp="1"/>
          </p:cNvSpPr>
          <p:nvPr>
            <p:ph type="pic" sz="quarter" idx="15"/>
          </p:nvPr>
        </p:nvSpPr>
        <p:spPr>
          <a:xfrm>
            <a:off x="4297970" y="-1807028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2"/>
          <p:cNvSpPr>
            <a:spLocks noGrp="1"/>
          </p:cNvSpPr>
          <p:nvPr>
            <p:ph type="pic" sz="quarter" idx="16"/>
          </p:nvPr>
        </p:nvSpPr>
        <p:spPr>
          <a:xfrm>
            <a:off x="0" y="4426858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2"/>
          <p:cNvSpPr>
            <a:spLocks noGrp="1"/>
          </p:cNvSpPr>
          <p:nvPr>
            <p:ph type="pic" sz="quarter" idx="17"/>
          </p:nvPr>
        </p:nvSpPr>
        <p:spPr>
          <a:xfrm>
            <a:off x="2451970" y="221342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2"/>
          <p:cNvSpPr>
            <a:spLocks noGrp="1"/>
          </p:cNvSpPr>
          <p:nvPr>
            <p:ph type="pic" sz="quarter" idx="18"/>
          </p:nvPr>
        </p:nvSpPr>
        <p:spPr>
          <a:xfrm>
            <a:off x="4903940" y="0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2"/>
          <p:cNvSpPr>
            <a:spLocks noGrp="1"/>
          </p:cNvSpPr>
          <p:nvPr>
            <p:ph type="pic" sz="quarter" idx="19"/>
          </p:nvPr>
        </p:nvSpPr>
        <p:spPr>
          <a:xfrm>
            <a:off x="7355910" y="-221342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2"/>
          <p:cNvSpPr>
            <a:spLocks noGrp="1"/>
          </p:cNvSpPr>
          <p:nvPr>
            <p:ph type="pic" sz="quarter" idx="20"/>
          </p:nvPr>
        </p:nvSpPr>
        <p:spPr>
          <a:xfrm>
            <a:off x="2818456" y="4270648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2"/>
          <p:cNvSpPr>
            <a:spLocks noGrp="1"/>
          </p:cNvSpPr>
          <p:nvPr>
            <p:ph type="pic" sz="quarter" idx="21"/>
          </p:nvPr>
        </p:nvSpPr>
        <p:spPr>
          <a:xfrm>
            <a:off x="5270426" y="205721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2"/>
          <p:cNvSpPr>
            <a:spLocks noGrp="1"/>
          </p:cNvSpPr>
          <p:nvPr>
            <p:ph type="pic" sz="quarter" idx="22"/>
          </p:nvPr>
        </p:nvSpPr>
        <p:spPr>
          <a:xfrm>
            <a:off x="7722396" y="-156210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2"/>
          <p:cNvSpPr>
            <a:spLocks noGrp="1"/>
          </p:cNvSpPr>
          <p:nvPr>
            <p:ph type="pic" sz="quarter" idx="23"/>
          </p:nvPr>
        </p:nvSpPr>
        <p:spPr>
          <a:xfrm>
            <a:off x="10174366" y="-236963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2"/>
          <p:cNvSpPr>
            <a:spLocks noGrp="1"/>
          </p:cNvSpPr>
          <p:nvPr>
            <p:ph type="pic" sz="quarter" idx="24"/>
          </p:nvPr>
        </p:nvSpPr>
        <p:spPr>
          <a:xfrm>
            <a:off x="3462346" y="6000388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0" name="图片占位符 2"/>
          <p:cNvSpPr>
            <a:spLocks noGrp="1"/>
          </p:cNvSpPr>
          <p:nvPr>
            <p:ph type="pic" sz="quarter" idx="25"/>
          </p:nvPr>
        </p:nvSpPr>
        <p:spPr>
          <a:xfrm>
            <a:off x="5914316" y="378695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1" name="图片占位符 2"/>
          <p:cNvSpPr>
            <a:spLocks noGrp="1"/>
          </p:cNvSpPr>
          <p:nvPr>
            <p:ph type="pic" sz="quarter" idx="26"/>
          </p:nvPr>
        </p:nvSpPr>
        <p:spPr>
          <a:xfrm>
            <a:off x="8366286" y="1573530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2" name="图片占位符 2"/>
          <p:cNvSpPr>
            <a:spLocks noGrp="1"/>
          </p:cNvSpPr>
          <p:nvPr>
            <p:ph type="pic" sz="quarter" idx="27"/>
          </p:nvPr>
        </p:nvSpPr>
        <p:spPr>
          <a:xfrm>
            <a:off x="10818256" y="-63989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4" name="图片占位符 2"/>
          <p:cNvSpPr>
            <a:spLocks noGrp="1"/>
          </p:cNvSpPr>
          <p:nvPr>
            <p:ph type="pic" sz="quarter" idx="29"/>
          </p:nvPr>
        </p:nvSpPr>
        <p:spPr>
          <a:xfrm>
            <a:off x="-927915" y="650007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2"/>
          <p:cNvSpPr>
            <a:spLocks noGrp="1"/>
          </p:cNvSpPr>
          <p:nvPr>
            <p:ph type="pic" sz="quarter" idx="30"/>
          </p:nvPr>
        </p:nvSpPr>
        <p:spPr>
          <a:xfrm>
            <a:off x="1524055" y="-1563422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2"/>
          <p:cNvSpPr>
            <a:spLocks noGrp="1"/>
          </p:cNvSpPr>
          <p:nvPr>
            <p:ph type="pic" sz="quarter" idx="31"/>
          </p:nvPr>
        </p:nvSpPr>
        <p:spPr>
          <a:xfrm>
            <a:off x="7772348" y="4426858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7" name="图片占位符 2"/>
          <p:cNvSpPr>
            <a:spLocks noGrp="1"/>
          </p:cNvSpPr>
          <p:nvPr>
            <p:ph type="pic" sz="quarter" idx="32"/>
          </p:nvPr>
        </p:nvSpPr>
        <p:spPr>
          <a:xfrm>
            <a:off x="10224318" y="2213429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  <p:sp>
        <p:nvSpPr>
          <p:cNvPr id="28" name="图片占位符 2"/>
          <p:cNvSpPr>
            <a:spLocks noGrp="1"/>
          </p:cNvSpPr>
          <p:nvPr>
            <p:ph type="pic" sz="quarter" idx="33"/>
          </p:nvPr>
        </p:nvSpPr>
        <p:spPr>
          <a:xfrm>
            <a:off x="10634008" y="4183252"/>
            <a:ext cx="2451970" cy="3939646"/>
          </a:xfrm>
          <a:solidFill>
            <a:schemeClr val="tx2">
              <a:lumMod val="20000"/>
              <a:lumOff val="80000"/>
            </a:schemeClr>
          </a:solidFill>
          <a:scene3d>
            <a:camera prst="isometricBottomDown">
              <a:rot lat="2266181" lon="18555822" rev="18721192"/>
            </a:camera>
            <a:lightRig rig="threePt" dir="t"/>
          </a:scene3d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 userDrawn="1"/>
        </p:nvSpPr>
        <p:spPr>
          <a:xfrm rot="16490206">
            <a:off x="6210053" y="-3311847"/>
            <a:ext cx="14005531" cy="14179710"/>
          </a:xfrm>
          <a:prstGeom prst="ellipse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-3271284" y="2493335"/>
            <a:ext cx="18734567" cy="14638693"/>
          </a:xfrm>
          <a:prstGeom prst="ellipse">
            <a:avLst/>
          </a:prstGeom>
          <a:gradFill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sz="quarter" idx="10"/>
          </p:nvPr>
        </p:nvSpPr>
        <p:spPr>
          <a:xfrm>
            <a:off x="4126042" y="881589"/>
            <a:ext cx="3939916" cy="3939916"/>
          </a:xfrm>
          <a:prstGeom prst="ellipse">
            <a:avLst/>
          </a:prstGeom>
          <a:ln w="127000">
            <a:solidFill>
              <a:schemeClr val="bg1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5084064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  <a:alpha val="87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968629" y="0"/>
            <a:ext cx="4115435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6A458-23E8-4805-9F00-53A764766D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E6EAE-0258-42D9-A017-638E3B750D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5705856" y="142934"/>
            <a:ext cx="6364224" cy="6444116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6501257" y="1115504"/>
            <a:ext cx="4498975" cy="449897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 userDrawn="1"/>
        </p:nvSpPr>
        <p:spPr>
          <a:xfrm>
            <a:off x="1084326" y="965766"/>
            <a:ext cx="3700748" cy="3747204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1696847" y="1597706"/>
            <a:ext cx="2146063" cy="2146063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4455431" y="965766"/>
            <a:ext cx="3700748" cy="3747204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sz="quarter" idx="11"/>
          </p:nvPr>
        </p:nvSpPr>
        <p:spPr>
          <a:xfrm>
            <a:off x="5067952" y="1597706"/>
            <a:ext cx="2146063" cy="2146063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826536" y="965766"/>
            <a:ext cx="3700748" cy="3747204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2"/>
          </p:nvPr>
        </p:nvSpPr>
        <p:spPr>
          <a:xfrm>
            <a:off x="8439057" y="1597706"/>
            <a:ext cx="2146063" cy="2146063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2">
                  <a:lumMod val="20000"/>
                  <a:lumOff val="80000"/>
                  <a:alpha val="87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6450330" y="589788"/>
            <a:ext cx="4888992" cy="567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234951" y="397084"/>
            <a:ext cx="3700748" cy="3747204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213866" y="589788"/>
            <a:ext cx="4888992" cy="567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1998487" y="454234"/>
            <a:ext cx="3700748" cy="3747204"/>
          </a:xfrm>
          <a:prstGeom prst="ellipse">
            <a:avLst/>
          </a:prstGeom>
          <a:gradFill flip="none" rotWithShape="1">
            <a:gsLst>
              <a:gs pos="100000">
                <a:schemeClr val="tx2">
                  <a:lumMod val="20000"/>
                  <a:lumOff val="80000"/>
                </a:schemeClr>
              </a:gs>
              <a:gs pos="0">
                <a:schemeClr val="tx2">
                  <a:lumMod val="75000"/>
                </a:schemeClr>
              </a:gs>
            </a:gsLst>
            <a:lin ang="8100000" scaled="1"/>
          </a:gradFill>
          <a:ln>
            <a:noFill/>
          </a:ln>
          <a:effectLst>
            <a:softEdge rad="508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8"/>
          <p:cNvSpPr>
            <a:spLocks noGrp="1"/>
          </p:cNvSpPr>
          <p:nvPr>
            <p:ph type="pic" sz="quarter" idx="10"/>
          </p:nvPr>
        </p:nvSpPr>
        <p:spPr>
          <a:xfrm>
            <a:off x="2585330" y="1026206"/>
            <a:ext cx="2146063" cy="2146063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8"/>
          <p:cNvSpPr>
            <a:spLocks noGrp="1"/>
          </p:cNvSpPr>
          <p:nvPr>
            <p:ph type="pic" sz="quarter" idx="11"/>
          </p:nvPr>
        </p:nvSpPr>
        <p:spPr>
          <a:xfrm>
            <a:off x="7821794" y="1026205"/>
            <a:ext cx="2146063" cy="2146063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5"/>
          <p:cNvSpPr>
            <a:spLocks noGrp="1" noChangeAspect="1"/>
          </p:cNvSpPr>
          <p:nvPr>
            <p:ph type="pic" sz="quarter" idx="37"/>
          </p:nvPr>
        </p:nvSpPr>
        <p:spPr>
          <a:xfrm>
            <a:off x="6942516" y="-68660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Picture Placeholder 75"/>
          <p:cNvSpPr>
            <a:spLocks noGrp="1" noChangeAspect="1"/>
          </p:cNvSpPr>
          <p:nvPr>
            <p:ph type="pic" sz="quarter" idx="38"/>
          </p:nvPr>
        </p:nvSpPr>
        <p:spPr>
          <a:xfrm>
            <a:off x="4708566" y="57285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" name="Picture Placeholder 75"/>
          <p:cNvSpPr>
            <a:spLocks noGrp="1" noChangeAspect="1"/>
          </p:cNvSpPr>
          <p:nvPr>
            <p:ph type="pic" sz="quarter" idx="24"/>
          </p:nvPr>
        </p:nvSpPr>
        <p:spPr>
          <a:xfrm>
            <a:off x="9672465" y="-53115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" name="Picture Placeholder 75"/>
          <p:cNvSpPr>
            <a:spLocks noGrp="1" noChangeAspect="1"/>
          </p:cNvSpPr>
          <p:nvPr>
            <p:ph type="pic" sz="quarter" idx="25"/>
          </p:nvPr>
        </p:nvSpPr>
        <p:spPr>
          <a:xfrm>
            <a:off x="7438514" y="7283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7" name="Picture Placeholder 75"/>
          <p:cNvSpPr>
            <a:spLocks noGrp="1" noChangeAspect="1"/>
          </p:cNvSpPr>
          <p:nvPr>
            <p:ph type="pic" sz="quarter" idx="26"/>
          </p:nvPr>
        </p:nvSpPr>
        <p:spPr>
          <a:xfrm>
            <a:off x="5204564" y="198776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8" name="Picture Placeholder 75"/>
          <p:cNvSpPr>
            <a:spLocks noGrp="1" noChangeAspect="1"/>
          </p:cNvSpPr>
          <p:nvPr>
            <p:ph type="pic" sz="quarter" idx="31"/>
          </p:nvPr>
        </p:nvSpPr>
        <p:spPr>
          <a:xfrm>
            <a:off x="10280074" y="81369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9" name="Picture Placeholder 75"/>
          <p:cNvSpPr>
            <a:spLocks noGrp="1" noChangeAspect="1"/>
          </p:cNvSpPr>
          <p:nvPr>
            <p:ph type="pic" sz="quarter" idx="32"/>
          </p:nvPr>
        </p:nvSpPr>
        <p:spPr>
          <a:xfrm>
            <a:off x="8046124" y="207314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75"/>
          <p:cNvSpPr>
            <a:spLocks noGrp="1" noChangeAspect="1"/>
          </p:cNvSpPr>
          <p:nvPr>
            <p:ph type="pic" sz="quarter" idx="33"/>
          </p:nvPr>
        </p:nvSpPr>
        <p:spPr>
          <a:xfrm>
            <a:off x="5812173" y="33326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75"/>
          <p:cNvSpPr>
            <a:spLocks noGrp="1" noChangeAspect="1"/>
          </p:cNvSpPr>
          <p:nvPr>
            <p:ph type="pic" sz="quarter" idx="62"/>
          </p:nvPr>
        </p:nvSpPr>
        <p:spPr>
          <a:xfrm>
            <a:off x="10348604" y="245607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75"/>
          <p:cNvSpPr>
            <a:spLocks noGrp="1" noChangeAspect="1"/>
          </p:cNvSpPr>
          <p:nvPr>
            <p:ph type="pic" sz="quarter" idx="63"/>
          </p:nvPr>
        </p:nvSpPr>
        <p:spPr>
          <a:xfrm>
            <a:off x="8114654" y="371553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75"/>
          <p:cNvSpPr>
            <a:spLocks noGrp="1" noChangeAspect="1"/>
          </p:cNvSpPr>
          <p:nvPr>
            <p:ph type="pic" sz="quarter" idx="68"/>
          </p:nvPr>
        </p:nvSpPr>
        <p:spPr>
          <a:xfrm>
            <a:off x="10536718" y="403782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</p:bldLst>
  </p:timing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 rot="19800000">
            <a:off x="5872285" y="-222204"/>
            <a:ext cx="2083738" cy="4094956"/>
            <a:chOff x="1264256" y="645824"/>
            <a:chExt cx="2821047" cy="5535344"/>
          </a:xfrm>
          <a:effectLst>
            <a:outerShdw blurRad="889000" sx="89000" sy="89000" algn="ctr" rotWithShape="0">
              <a:prstClr val="black">
                <a:alpha val="15000"/>
              </a:prstClr>
            </a:outerShdw>
          </a:effectLst>
        </p:grpSpPr>
        <p:grpSp>
          <p:nvGrpSpPr>
            <p:cNvPr id="6" name="Группа 84"/>
            <p:cNvGrpSpPr/>
            <p:nvPr/>
          </p:nvGrpSpPr>
          <p:grpSpPr>
            <a:xfrm>
              <a:off x="1264256" y="645824"/>
              <a:ext cx="2821047" cy="5535344"/>
              <a:chOff x="3421706" y="1143000"/>
              <a:chExt cx="2530932" cy="4966092"/>
            </a:xfrm>
          </p:grpSpPr>
          <p:sp>
            <p:nvSpPr>
              <p:cNvPr id="8" name="Скругленный прямоугольник 85"/>
              <p:cNvSpPr/>
              <p:nvPr userDrawn="1"/>
            </p:nvSpPr>
            <p:spPr>
              <a:xfrm>
                <a:off x="5772337" y="2057401"/>
                <a:ext cx="180301" cy="487680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9" name="Скругленный прямоугольник 86"/>
              <p:cNvSpPr/>
              <p:nvPr userDrawn="1"/>
            </p:nvSpPr>
            <p:spPr>
              <a:xfrm>
                <a:off x="3421706" y="1971500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0" name="Скругленный прямоугольник 87"/>
              <p:cNvSpPr/>
              <p:nvPr userDrawn="1"/>
            </p:nvSpPr>
            <p:spPr>
              <a:xfrm>
                <a:off x="3421706" y="2530199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1" name="Скругленный прямоугольник 88"/>
              <p:cNvSpPr/>
              <p:nvPr userDrawn="1"/>
            </p:nvSpPr>
            <p:spPr>
              <a:xfrm>
                <a:off x="3421706" y="3041744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2" name="Скругленный прямоугольник 89"/>
              <p:cNvSpPr/>
              <p:nvPr userDrawn="1"/>
            </p:nvSpPr>
            <p:spPr>
              <a:xfrm>
                <a:off x="3453659" y="1143000"/>
                <a:ext cx="2465281" cy="4966092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3" name="Овал 90"/>
              <p:cNvSpPr/>
              <p:nvPr userDrawn="1"/>
            </p:nvSpPr>
            <p:spPr>
              <a:xfrm>
                <a:off x="4481234" y="5604489"/>
                <a:ext cx="410131" cy="406782"/>
              </a:xfrm>
              <a:prstGeom prst="ellipse">
                <a:avLst/>
              </a:prstGeom>
              <a:noFill/>
              <a:ln w="15875">
                <a:gradFill flip="none" rotWithShape="1">
                  <a:gsLst>
                    <a:gs pos="320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4" name="Скругленный прямоугольник 91"/>
              <p:cNvSpPr/>
              <p:nvPr userDrawn="1"/>
            </p:nvSpPr>
            <p:spPr>
              <a:xfrm>
                <a:off x="4372270" y="1457767"/>
                <a:ext cx="628058" cy="45719"/>
              </a:xfrm>
              <a:prstGeom prst="roundRect">
                <a:avLst/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5" name="Овал 92"/>
              <p:cNvSpPr/>
              <p:nvPr userDrawn="1"/>
            </p:nvSpPr>
            <p:spPr>
              <a:xfrm flipH="1">
                <a:off x="4159907" y="1451578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16" name="Овал 93"/>
              <p:cNvSpPr/>
              <p:nvPr userDrawn="1"/>
            </p:nvSpPr>
            <p:spPr>
              <a:xfrm flipH="1">
                <a:off x="4656540" y="1271335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</p:grpSp>
        <p:sp>
          <p:nvSpPr>
            <p:cNvPr id="7" name="Rectangle 6"/>
            <p:cNvSpPr/>
            <p:nvPr/>
          </p:nvSpPr>
          <p:spPr>
            <a:xfrm>
              <a:off x="1509657" y="1204476"/>
              <a:ext cx="2330245" cy="4281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875"/>
            </a:p>
          </p:txBody>
        </p:sp>
      </p:grpSp>
      <p:sp>
        <p:nvSpPr>
          <p:cNvPr id="17" name="Picture Placeholder 4"/>
          <p:cNvSpPr>
            <a:spLocks noGrp="1"/>
          </p:cNvSpPr>
          <p:nvPr>
            <p:ph type="pic" sz="quarter" idx="10" hasCustomPrompt="1"/>
          </p:nvPr>
        </p:nvSpPr>
        <p:spPr>
          <a:xfrm rot="19800000">
            <a:off x="6012376" y="159055"/>
            <a:ext cx="1719218" cy="31625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Image Preview</a:t>
            </a:r>
            <a:endParaRPr lang="en-US"/>
          </a:p>
        </p:txBody>
      </p:sp>
      <p:grpSp>
        <p:nvGrpSpPr>
          <p:cNvPr id="18" name="Group 17"/>
          <p:cNvGrpSpPr/>
          <p:nvPr userDrawn="1"/>
        </p:nvGrpSpPr>
        <p:grpSpPr>
          <a:xfrm rot="19800000">
            <a:off x="8249128" y="3841932"/>
            <a:ext cx="2083738" cy="4094956"/>
            <a:chOff x="1264256" y="645824"/>
            <a:chExt cx="2821047" cy="5535344"/>
          </a:xfrm>
          <a:effectLst>
            <a:outerShdw blurRad="889000" sx="89000" sy="89000" algn="ctr" rotWithShape="0">
              <a:prstClr val="black">
                <a:alpha val="15000"/>
              </a:prstClr>
            </a:outerShdw>
          </a:effectLst>
        </p:grpSpPr>
        <p:grpSp>
          <p:nvGrpSpPr>
            <p:cNvPr id="19" name="Группа 84"/>
            <p:cNvGrpSpPr/>
            <p:nvPr/>
          </p:nvGrpSpPr>
          <p:grpSpPr>
            <a:xfrm>
              <a:off x="1264256" y="645824"/>
              <a:ext cx="2821047" cy="5535344"/>
              <a:chOff x="3421706" y="1143000"/>
              <a:chExt cx="2530932" cy="4966092"/>
            </a:xfrm>
          </p:grpSpPr>
          <p:sp>
            <p:nvSpPr>
              <p:cNvPr id="21" name="Скругленный прямоугольник 85"/>
              <p:cNvSpPr/>
              <p:nvPr userDrawn="1"/>
            </p:nvSpPr>
            <p:spPr>
              <a:xfrm>
                <a:off x="5772337" y="2057401"/>
                <a:ext cx="180301" cy="487680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2" name="Скругленный прямоугольник 86"/>
              <p:cNvSpPr/>
              <p:nvPr userDrawn="1"/>
            </p:nvSpPr>
            <p:spPr>
              <a:xfrm>
                <a:off x="3421706" y="1971500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3" name="Скругленный прямоугольник 87"/>
              <p:cNvSpPr/>
              <p:nvPr userDrawn="1"/>
            </p:nvSpPr>
            <p:spPr>
              <a:xfrm>
                <a:off x="3421706" y="2530199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4" name="Скругленный прямоугольник 88"/>
              <p:cNvSpPr/>
              <p:nvPr userDrawn="1"/>
            </p:nvSpPr>
            <p:spPr>
              <a:xfrm>
                <a:off x="3421706" y="3041744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5" name="Скругленный прямоугольник 89"/>
              <p:cNvSpPr/>
              <p:nvPr userDrawn="1"/>
            </p:nvSpPr>
            <p:spPr>
              <a:xfrm>
                <a:off x="3453659" y="1143000"/>
                <a:ext cx="2465281" cy="4966092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6" name="Овал 90"/>
              <p:cNvSpPr/>
              <p:nvPr userDrawn="1"/>
            </p:nvSpPr>
            <p:spPr>
              <a:xfrm>
                <a:off x="4481234" y="5604489"/>
                <a:ext cx="410131" cy="406782"/>
              </a:xfrm>
              <a:prstGeom prst="ellipse">
                <a:avLst/>
              </a:prstGeom>
              <a:noFill/>
              <a:ln w="15875">
                <a:gradFill flip="none" rotWithShape="1">
                  <a:gsLst>
                    <a:gs pos="320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7" name="Скругленный прямоугольник 91"/>
              <p:cNvSpPr/>
              <p:nvPr userDrawn="1"/>
            </p:nvSpPr>
            <p:spPr>
              <a:xfrm>
                <a:off x="4372270" y="1457767"/>
                <a:ext cx="628058" cy="45719"/>
              </a:xfrm>
              <a:prstGeom prst="roundRect">
                <a:avLst/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8" name="Овал 92"/>
              <p:cNvSpPr/>
              <p:nvPr userDrawn="1"/>
            </p:nvSpPr>
            <p:spPr>
              <a:xfrm flipH="1">
                <a:off x="4159907" y="1451578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29" name="Овал 93"/>
              <p:cNvSpPr/>
              <p:nvPr userDrawn="1"/>
            </p:nvSpPr>
            <p:spPr>
              <a:xfrm flipH="1">
                <a:off x="4656540" y="1271335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1509657" y="1204476"/>
              <a:ext cx="2330245" cy="4281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875"/>
            </a:p>
          </p:txBody>
        </p:sp>
      </p:grpSp>
      <p:sp>
        <p:nvSpPr>
          <p:cNvPr id="30" name="Picture Placeholder 4"/>
          <p:cNvSpPr>
            <a:spLocks noGrp="1"/>
          </p:cNvSpPr>
          <p:nvPr>
            <p:ph type="pic" sz="quarter" idx="11" hasCustomPrompt="1"/>
          </p:nvPr>
        </p:nvSpPr>
        <p:spPr>
          <a:xfrm rot="19800000">
            <a:off x="8389219" y="4223190"/>
            <a:ext cx="1719218" cy="31625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Image Preview</a:t>
            </a:r>
            <a:endParaRPr lang="en-US"/>
          </a:p>
        </p:txBody>
      </p:sp>
      <p:grpSp>
        <p:nvGrpSpPr>
          <p:cNvPr id="31" name="Group 30"/>
          <p:cNvGrpSpPr/>
          <p:nvPr userDrawn="1"/>
        </p:nvGrpSpPr>
        <p:grpSpPr>
          <a:xfrm rot="19800000">
            <a:off x="9412998" y="402407"/>
            <a:ext cx="2083738" cy="4094956"/>
            <a:chOff x="1264256" y="645824"/>
            <a:chExt cx="2821047" cy="5535344"/>
          </a:xfrm>
          <a:effectLst>
            <a:outerShdw blurRad="889000" sx="89000" sy="89000" algn="ctr" rotWithShape="0">
              <a:prstClr val="black">
                <a:alpha val="15000"/>
              </a:prstClr>
            </a:outerShdw>
          </a:effectLst>
        </p:grpSpPr>
        <p:grpSp>
          <p:nvGrpSpPr>
            <p:cNvPr id="32" name="Группа 84"/>
            <p:cNvGrpSpPr/>
            <p:nvPr/>
          </p:nvGrpSpPr>
          <p:grpSpPr>
            <a:xfrm>
              <a:off x="1264256" y="645824"/>
              <a:ext cx="2821047" cy="5535344"/>
              <a:chOff x="3421706" y="1143000"/>
              <a:chExt cx="2530932" cy="4966092"/>
            </a:xfrm>
          </p:grpSpPr>
          <p:sp>
            <p:nvSpPr>
              <p:cNvPr id="34" name="Скругленный прямоугольник 85"/>
              <p:cNvSpPr/>
              <p:nvPr userDrawn="1"/>
            </p:nvSpPr>
            <p:spPr>
              <a:xfrm>
                <a:off x="5772337" y="2057401"/>
                <a:ext cx="180301" cy="487680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35" name="Скругленный прямоугольник 86"/>
              <p:cNvSpPr/>
              <p:nvPr userDrawn="1"/>
            </p:nvSpPr>
            <p:spPr>
              <a:xfrm>
                <a:off x="3421706" y="1971500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36" name="Скругленный прямоугольник 87"/>
              <p:cNvSpPr/>
              <p:nvPr userDrawn="1"/>
            </p:nvSpPr>
            <p:spPr>
              <a:xfrm>
                <a:off x="3421706" y="2530199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37" name="Скругленный прямоугольник 88"/>
              <p:cNvSpPr/>
              <p:nvPr userDrawn="1"/>
            </p:nvSpPr>
            <p:spPr>
              <a:xfrm>
                <a:off x="3421706" y="3041744"/>
                <a:ext cx="180301" cy="276137"/>
              </a:xfrm>
              <a:prstGeom prst="round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38" name="Скругленный прямоугольник 89"/>
              <p:cNvSpPr/>
              <p:nvPr userDrawn="1"/>
            </p:nvSpPr>
            <p:spPr>
              <a:xfrm>
                <a:off x="3453659" y="1143000"/>
                <a:ext cx="2465281" cy="4966092"/>
              </a:xfrm>
              <a:prstGeom prst="roundRect">
                <a:avLst/>
              </a:prstGeom>
              <a:solidFill>
                <a:srgbClr val="FFFFFF"/>
              </a:solidFill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39" name="Овал 90"/>
              <p:cNvSpPr/>
              <p:nvPr userDrawn="1"/>
            </p:nvSpPr>
            <p:spPr>
              <a:xfrm>
                <a:off x="4481234" y="5604489"/>
                <a:ext cx="410131" cy="406782"/>
              </a:xfrm>
              <a:prstGeom prst="ellipse">
                <a:avLst/>
              </a:prstGeom>
              <a:noFill/>
              <a:ln w="15875">
                <a:gradFill flip="none" rotWithShape="1">
                  <a:gsLst>
                    <a:gs pos="32000">
                      <a:schemeClr val="tx1">
                        <a:lumMod val="65000"/>
                        <a:lumOff val="35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40" name="Скругленный прямоугольник 91"/>
              <p:cNvSpPr/>
              <p:nvPr userDrawn="1"/>
            </p:nvSpPr>
            <p:spPr>
              <a:xfrm>
                <a:off x="4372270" y="1457767"/>
                <a:ext cx="628058" cy="45719"/>
              </a:xfrm>
              <a:prstGeom prst="roundRect">
                <a:avLst/>
              </a:prstGeom>
              <a:solidFill>
                <a:schemeClr val="tx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41" name="Овал 92"/>
              <p:cNvSpPr/>
              <p:nvPr userDrawn="1"/>
            </p:nvSpPr>
            <p:spPr>
              <a:xfrm flipH="1">
                <a:off x="4159907" y="1451578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  <p:sp>
            <p:nvSpPr>
              <p:cNvPr id="42" name="Овал 93"/>
              <p:cNvSpPr/>
              <p:nvPr userDrawn="1"/>
            </p:nvSpPr>
            <p:spPr>
              <a:xfrm flipH="1">
                <a:off x="4656540" y="1271335"/>
                <a:ext cx="59518" cy="58098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5"/>
              </a:p>
            </p:txBody>
          </p:sp>
        </p:grpSp>
        <p:sp>
          <p:nvSpPr>
            <p:cNvPr id="33" name="Rectangle 32"/>
            <p:cNvSpPr/>
            <p:nvPr/>
          </p:nvSpPr>
          <p:spPr>
            <a:xfrm>
              <a:off x="1509657" y="1204476"/>
              <a:ext cx="2330245" cy="4281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2875"/>
            </a:p>
          </p:txBody>
        </p:sp>
      </p:grpSp>
      <p:sp>
        <p:nvSpPr>
          <p:cNvPr id="4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 rot="19800000">
            <a:off x="9553089" y="783666"/>
            <a:ext cx="1719218" cy="31625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Image Preview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0" grpId="0"/>
      <p:bldP spid="43" grpId="0"/>
    </p:bldLst>
  </p:timing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3_Devic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1016000" y="0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8" name="Полилиния 37"/>
          <p:cNvSpPr/>
          <p:nvPr/>
        </p:nvSpPr>
        <p:spPr>
          <a:xfrm>
            <a:off x="-1" y="0"/>
            <a:ext cx="4061792" cy="6858000"/>
          </a:xfrm>
          <a:custGeom>
            <a:avLst/>
            <a:gdLst>
              <a:gd name="connsiteX0" fmla="*/ 0 w 4061792"/>
              <a:gd name="connsiteY0" fmla="*/ 0 h 6858000"/>
              <a:gd name="connsiteX1" fmla="*/ 1 w 4061792"/>
              <a:gd name="connsiteY1" fmla="*/ 0 h 6858000"/>
              <a:gd name="connsiteX2" fmla="*/ 1 w 4061792"/>
              <a:gd name="connsiteY2" fmla="*/ 6857996 h 6858000"/>
              <a:gd name="connsiteX3" fmla="*/ 4061785 w 4061792"/>
              <a:gd name="connsiteY3" fmla="*/ 6857996 h 6858000"/>
              <a:gd name="connsiteX4" fmla="*/ 4061792 w 4061792"/>
              <a:gd name="connsiteY4" fmla="*/ 6858000 h 6858000"/>
              <a:gd name="connsiteX5" fmla="*/ 0 w 4061792"/>
              <a:gd name="connsiteY5" fmla="*/ 6858000 h 6858000"/>
              <a:gd name="connsiteX6" fmla="*/ 0 w 40617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61792" h="6858000">
                <a:moveTo>
                  <a:pt x="0" y="0"/>
                </a:moveTo>
                <a:lnTo>
                  <a:pt x="1" y="0"/>
                </a:lnTo>
                <a:lnTo>
                  <a:pt x="1" y="6857996"/>
                </a:lnTo>
                <a:lnTo>
                  <a:pt x="4061785" y="6857996"/>
                </a:lnTo>
                <a:lnTo>
                  <a:pt x="406179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Рисунок 13"/>
          <p:cNvSpPr>
            <a:spLocks noGrp="1"/>
          </p:cNvSpPr>
          <p:nvPr>
            <p:ph type="pic" sz="quarter" idx="13" hasCustomPrompt="1"/>
          </p:nvPr>
        </p:nvSpPr>
        <p:spPr>
          <a:xfrm>
            <a:off x="3921856" y="3"/>
            <a:ext cx="1158364" cy="204596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  <a:effectLst>
            <a:outerShdw blurRad="1270000" dist="381000" dir="24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95000"/>
                    <a:lumOff val="5000"/>
                    <a:alpha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25" name="Рисунок 13"/>
          <p:cNvSpPr>
            <a:spLocks noGrp="1"/>
          </p:cNvSpPr>
          <p:nvPr>
            <p:ph type="pic" sz="quarter" idx="14" hasCustomPrompt="1"/>
          </p:nvPr>
        </p:nvSpPr>
        <p:spPr>
          <a:xfrm>
            <a:off x="9157767" y="1131547"/>
            <a:ext cx="1499950" cy="2649288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  <a:effectLst>
            <a:outerShdw blurRad="1270000" dist="635000" dir="24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95000"/>
                    <a:lumOff val="5000"/>
                    <a:alpha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26" name="Рисунок 13"/>
          <p:cNvSpPr>
            <a:spLocks noGrp="1"/>
          </p:cNvSpPr>
          <p:nvPr>
            <p:ph type="pic" sz="quarter" idx="15" hasCustomPrompt="1"/>
          </p:nvPr>
        </p:nvSpPr>
        <p:spPr>
          <a:xfrm>
            <a:off x="2056821" y="3457515"/>
            <a:ext cx="1163308" cy="205469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  <a:effectLst>
            <a:outerShdw blurRad="1270000" dist="381000" dir="24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95000"/>
                    <a:lumOff val="5000"/>
                    <a:alpha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49" name="Рисунок 13"/>
          <p:cNvSpPr>
            <a:spLocks noGrp="1"/>
          </p:cNvSpPr>
          <p:nvPr>
            <p:ph type="pic" sz="quarter" idx="64" hasCustomPrompt="1"/>
          </p:nvPr>
        </p:nvSpPr>
        <p:spPr>
          <a:xfrm>
            <a:off x="6103714" y="3029569"/>
            <a:ext cx="2167548" cy="382843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95000"/>
                    <a:lumOff val="5000"/>
                    <a:alpha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50" name="Рисунок 13"/>
          <p:cNvSpPr>
            <a:spLocks noGrp="1"/>
          </p:cNvSpPr>
          <p:nvPr>
            <p:ph type="pic" sz="quarter" idx="99" hasCustomPrompt="1"/>
          </p:nvPr>
        </p:nvSpPr>
        <p:spPr>
          <a:xfrm>
            <a:off x="3921856" y="3457518"/>
            <a:ext cx="1158364" cy="204596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  <a:effectLst>
            <a:outerShdw blurRad="1270000" dist="381000" dir="24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95000"/>
                    <a:lumOff val="5000"/>
                    <a:alpha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14" name="Shape 41"/>
          <p:cNvSpPr>
            <a:spLocks noGrp="1"/>
          </p:cNvSpPr>
          <p:nvPr>
            <p:ph type="body" sz="quarter" idx="141" hasCustomPrompt="1"/>
          </p:nvPr>
        </p:nvSpPr>
        <p:spPr>
          <a:xfrm>
            <a:off x="2056821" y="5512207"/>
            <a:ext cx="1163308" cy="53463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15" name="Shape 41"/>
          <p:cNvSpPr>
            <a:spLocks noGrp="1"/>
          </p:cNvSpPr>
          <p:nvPr>
            <p:ph type="body" sz="quarter" idx="142" hasCustomPrompt="1"/>
          </p:nvPr>
        </p:nvSpPr>
        <p:spPr>
          <a:xfrm>
            <a:off x="3916912" y="5512207"/>
            <a:ext cx="1163308" cy="53463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16" name="Shape 41"/>
          <p:cNvSpPr>
            <a:spLocks noGrp="1"/>
          </p:cNvSpPr>
          <p:nvPr>
            <p:ph type="body" sz="quarter" idx="143" hasCustomPrompt="1"/>
          </p:nvPr>
        </p:nvSpPr>
        <p:spPr>
          <a:xfrm>
            <a:off x="3909667" y="2095739"/>
            <a:ext cx="1163308" cy="53463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17" name="Shape 41"/>
          <p:cNvSpPr>
            <a:spLocks noGrp="1"/>
          </p:cNvSpPr>
          <p:nvPr>
            <p:ph type="body" sz="quarter" idx="144" hasCustomPrompt="1"/>
          </p:nvPr>
        </p:nvSpPr>
        <p:spPr>
          <a:xfrm>
            <a:off x="9157767" y="3780834"/>
            <a:ext cx="1499950" cy="53463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25" grpId="0" bldLvl="0" animBg="1"/>
      <p:bldP spid="26" grpId="0" bldLvl="0" animBg="1"/>
      <p:bldP spid="50" grpId="0" bldLvl="0" animBg="1"/>
      <p:bldP spid="1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1_Device P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654299" y="799050"/>
            <a:ext cx="8895424" cy="2454431"/>
            <a:chOff x="1654297" y="1584960"/>
            <a:chExt cx="8895423" cy="2454431"/>
          </a:xfrm>
        </p:grpSpPr>
        <p:sp>
          <p:nvSpPr>
            <p:cNvPr id="55" name="Freeform 54"/>
            <p:cNvSpPr/>
            <p:nvPr/>
          </p:nvSpPr>
          <p:spPr>
            <a:xfrm flipH="1">
              <a:off x="5221287" y="3021639"/>
              <a:ext cx="1736724" cy="960153"/>
            </a:xfrm>
            <a:custGeom>
              <a:avLst/>
              <a:gdLst>
                <a:gd name="connsiteX0" fmla="*/ 921326 w 1842652"/>
                <a:gd name="connsiteY0" fmla="*/ 0 h 1160626"/>
                <a:gd name="connsiteX1" fmla="*/ 486352 w 1842652"/>
                <a:gd name="connsiteY1" fmla="*/ 957 h 1160626"/>
                <a:gd name="connsiteX2" fmla="*/ 106938 w 1842652"/>
                <a:gd name="connsiteY2" fmla="*/ 254165 h 1160626"/>
                <a:gd name="connsiteX3" fmla="*/ 2163 w 1842652"/>
                <a:gd name="connsiteY3" fmla="*/ 871700 h 1160626"/>
                <a:gd name="connsiteX4" fmla="*/ 274421 w 1842652"/>
                <a:gd name="connsiteY4" fmla="*/ 1160626 h 1160626"/>
                <a:gd name="connsiteX5" fmla="*/ 921326 w 1842652"/>
                <a:gd name="connsiteY5" fmla="*/ 1160626 h 1160626"/>
                <a:gd name="connsiteX6" fmla="*/ 1568231 w 1842652"/>
                <a:gd name="connsiteY6" fmla="*/ 1160626 h 1160626"/>
                <a:gd name="connsiteX7" fmla="*/ 1840489 w 1842652"/>
                <a:gd name="connsiteY7" fmla="*/ 871700 h 1160626"/>
                <a:gd name="connsiteX8" fmla="*/ 1735714 w 1842652"/>
                <a:gd name="connsiteY8" fmla="*/ 254165 h 1160626"/>
                <a:gd name="connsiteX9" fmla="*/ 1356300 w 1842652"/>
                <a:gd name="connsiteY9" fmla="*/ 957 h 116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42652" h="1160626">
                  <a:moveTo>
                    <a:pt x="921326" y="0"/>
                  </a:moveTo>
                  <a:lnTo>
                    <a:pt x="486352" y="957"/>
                  </a:lnTo>
                  <a:cubicBezTo>
                    <a:pt x="303110" y="957"/>
                    <a:pt x="149801" y="54254"/>
                    <a:pt x="106938" y="254165"/>
                  </a:cubicBezTo>
                  <a:cubicBezTo>
                    <a:pt x="68838" y="448897"/>
                    <a:pt x="16450" y="686493"/>
                    <a:pt x="2163" y="871700"/>
                  </a:cubicBezTo>
                  <a:cubicBezTo>
                    <a:pt x="-16887" y="1054942"/>
                    <a:pt x="91179" y="1160626"/>
                    <a:pt x="274421" y="1160626"/>
                  </a:cubicBezTo>
                  <a:lnTo>
                    <a:pt x="921326" y="1160626"/>
                  </a:lnTo>
                  <a:lnTo>
                    <a:pt x="1568231" y="1160626"/>
                  </a:lnTo>
                  <a:cubicBezTo>
                    <a:pt x="1751473" y="1160626"/>
                    <a:pt x="1859539" y="1054942"/>
                    <a:pt x="1840489" y="871700"/>
                  </a:cubicBezTo>
                  <a:cubicBezTo>
                    <a:pt x="1826202" y="686493"/>
                    <a:pt x="1773814" y="448897"/>
                    <a:pt x="1735714" y="254165"/>
                  </a:cubicBezTo>
                  <a:cubicBezTo>
                    <a:pt x="1692851" y="54254"/>
                    <a:pt x="1539542" y="957"/>
                    <a:pt x="1356300" y="95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52" name="Freeform 51"/>
            <p:cNvSpPr/>
            <p:nvPr/>
          </p:nvSpPr>
          <p:spPr>
            <a:xfrm flipH="1">
              <a:off x="5174876" y="2878765"/>
              <a:ext cx="1842652" cy="1160626"/>
            </a:xfrm>
            <a:custGeom>
              <a:avLst/>
              <a:gdLst>
                <a:gd name="connsiteX0" fmla="*/ 921326 w 1842652"/>
                <a:gd name="connsiteY0" fmla="*/ 0 h 1160626"/>
                <a:gd name="connsiteX1" fmla="*/ 486352 w 1842652"/>
                <a:gd name="connsiteY1" fmla="*/ 957 h 1160626"/>
                <a:gd name="connsiteX2" fmla="*/ 106938 w 1842652"/>
                <a:gd name="connsiteY2" fmla="*/ 254165 h 1160626"/>
                <a:gd name="connsiteX3" fmla="*/ 2163 w 1842652"/>
                <a:gd name="connsiteY3" fmla="*/ 871700 h 1160626"/>
                <a:gd name="connsiteX4" fmla="*/ 274421 w 1842652"/>
                <a:gd name="connsiteY4" fmla="*/ 1160626 h 1160626"/>
                <a:gd name="connsiteX5" fmla="*/ 921326 w 1842652"/>
                <a:gd name="connsiteY5" fmla="*/ 1160626 h 1160626"/>
                <a:gd name="connsiteX6" fmla="*/ 1568231 w 1842652"/>
                <a:gd name="connsiteY6" fmla="*/ 1160626 h 1160626"/>
                <a:gd name="connsiteX7" fmla="*/ 1840489 w 1842652"/>
                <a:gd name="connsiteY7" fmla="*/ 871700 h 1160626"/>
                <a:gd name="connsiteX8" fmla="*/ 1735714 w 1842652"/>
                <a:gd name="connsiteY8" fmla="*/ 254165 h 1160626"/>
                <a:gd name="connsiteX9" fmla="*/ 1356300 w 1842652"/>
                <a:gd name="connsiteY9" fmla="*/ 957 h 116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42652" h="1160626">
                  <a:moveTo>
                    <a:pt x="921326" y="0"/>
                  </a:moveTo>
                  <a:lnTo>
                    <a:pt x="486352" y="957"/>
                  </a:lnTo>
                  <a:cubicBezTo>
                    <a:pt x="303110" y="957"/>
                    <a:pt x="149801" y="54254"/>
                    <a:pt x="106938" y="254165"/>
                  </a:cubicBezTo>
                  <a:cubicBezTo>
                    <a:pt x="68838" y="448897"/>
                    <a:pt x="16450" y="686493"/>
                    <a:pt x="2163" y="871700"/>
                  </a:cubicBezTo>
                  <a:cubicBezTo>
                    <a:pt x="-16887" y="1054942"/>
                    <a:pt x="91179" y="1160626"/>
                    <a:pt x="274421" y="1160626"/>
                  </a:cubicBezTo>
                  <a:lnTo>
                    <a:pt x="921326" y="1160626"/>
                  </a:lnTo>
                  <a:lnTo>
                    <a:pt x="1568231" y="1160626"/>
                  </a:lnTo>
                  <a:cubicBezTo>
                    <a:pt x="1751473" y="1160626"/>
                    <a:pt x="1859539" y="1054942"/>
                    <a:pt x="1840489" y="871700"/>
                  </a:cubicBezTo>
                  <a:cubicBezTo>
                    <a:pt x="1826202" y="686493"/>
                    <a:pt x="1773814" y="448897"/>
                    <a:pt x="1735714" y="254165"/>
                  </a:cubicBezTo>
                  <a:cubicBezTo>
                    <a:pt x="1692851" y="54254"/>
                    <a:pt x="1539542" y="957"/>
                    <a:pt x="1356300" y="957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49" name="Freeform 48"/>
            <p:cNvSpPr/>
            <p:nvPr/>
          </p:nvSpPr>
          <p:spPr>
            <a:xfrm flipH="1">
              <a:off x="5174674" y="2866065"/>
              <a:ext cx="1842652" cy="1160626"/>
            </a:xfrm>
            <a:custGeom>
              <a:avLst/>
              <a:gdLst>
                <a:gd name="connsiteX0" fmla="*/ 921326 w 1842652"/>
                <a:gd name="connsiteY0" fmla="*/ 0 h 1160626"/>
                <a:gd name="connsiteX1" fmla="*/ 486352 w 1842652"/>
                <a:gd name="connsiteY1" fmla="*/ 957 h 1160626"/>
                <a:gd name="connsiteX2" fmla="*/ 106938 w 1842652"/>
                <a:gd name="connsiteY2" fmla="*/ 254165 h 1160626"/>
                <a:gd name="connsiteX3" fmla="*/ 2163 w 1842652"/>
                <a:gd name="connsiteY3" fmla="*/ 871700 h 1160626"/>
                <a:gd name="connsiteX4" fmla="*/ 274421 w 1842652"/>
                <a:gd name="connsiteY4" fmla="*/ 1160626 h 1160626"/>
                <a:gd name="connsiteX5" fmla="*/ 921326 w 1842652"/>
                <a:gd name="connsiteY5" fmla="*/ 1160626 h 1160626"/>
                <a:gd name="connsiteX6" fmla="*/ 1568231 w 1842652"/>
                <a:gd name="connsiteY6" fmla="*/ 1160626 h 1160626"/>
                <a:gd name="connsiteX7" fmla="*/ 1840489 w 1842652"/>
                <a:gd name="connsiteY7" fmla="*/ 871700 h 1160626"/>
                <a:gd name="connsiteX8" fmla="*/ 1735714 w 1842652"/>
                <a:gd name="connsiteY8" fmla="*/ 254165 h 1160626"/>
                <a:gd name="connsiteX9" fmla="*/ 1356300 w 1842652"/>
                <a:gd name="connsiteY9" fmla="*/ 957 h 116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42652" h="1160626">
                  <a:moveTo>
                    <a:pt x="921326" y="0"/>
                  </a:moveTo>
                  <a:lnTo>
                    <a:pt x="486352" y="957"/>
                  </a:lnTo>
                  <a:cubicBezTo>
                    <a:pt x="303110" y="957"/>
                    <a:pt x="149801" y="54254"/>
                    <a:pt x="106938" y="254165"/>
                  </a:cubicBezTo>
                  <a:cubicBezTo>
                    <a:pt x="68838" y="448897"/>
                    <a:pt x="16450" y="686493"/>
                    <a:pt x="2163" y="871700"/>
                  </a:cubicBezTo>
                  <a:cubicBezTo>
                    <a:pt x="-16887" y="1054942"/>
                    <a:pt x="91179" y="1160626"/>
                    <a:pt x="274421" y="1160626"/>
                  </a:cubicBezTo>
                  <a:lnTo>
                    <a:pt x="921326" y="1160626"/>
                  </a:lnTo>
                  <a:lnTo>
                    <a:pt x="1568231" y="1160626"/>
                  </a:lnTo>
                  <a:cubicBezTo>
                    <a:pt x="1751473" y="1160626"/>
                    <a:pt x="1859539" y="1054942"/>
                    <a:pt x="1840489" y="871700"/>
                  </a:cubicBezTo>
                  <a:cubicBezTo>
                    <a:pt x="1826202" y="686493"/>
                    <a:pt x="1773814" y="448897"/>
                    <a:pt x="1735714" y="254165"/>
                  </a:cubicBezTo>
                  <a:cubicBezTo>
                    <a:pt x="1692851" y="54254"/>
                    <a:pt x="1539542" y="957"/>
                    <a:pt x="1356300" y="957"/>
                  </a:cubicBezTo>
                  <a:close/>
                </a:path>
              </a:pathLst>
            </a:custGeom>
            <a:gradFill>
              <a:gsLst>
                <a:gs pos="93000">
                  <a:srgbClr val="7A7A84"/>
                </a:gs>
                <a:gs pos="0">
                  <a:srgbClr val="EDEDF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57" name="Freeform 56"/>
            <p:cNvSpPr/>
            <p:nvPr/>
          </p:nvSpPr>
          <p:spPr>
            <a:xfrm flipH="1">
              <a:off x="3404464" y="3061839"/>
              <a:ext cx="5724002" cy="287187"/>
            </a:xfrm>
            <a:custGeom>
              <a:avLst/>
              <a:gdLst>
                <a:gd name="connsiteX0" fmla="*/ 921326 w 1842652"/>
                <a:gd name="connsiteY0" fmla="*/ 0 h 1160626"/>
                <a:gd name="connsiteX1" fmla="*/ 486352 w 1842652"/>
                <a:gd name="connsiteY1" fmla="*/ 957 h 1160626"/>
                <a:gd name="connsiteX2" fmla="*/ 106938 w 1842652"/>
                <a:gd name="connsiteY2" fmla="*/ 254165 h 1160626"/>
                <a:gd name="connsiteX3" fmla="*/ 2163 w 1842652"/>
                <a:gd name="connsiteY3" fmla="*/ 871700 h 1160626"/>
                <a:gd name="connsiteX4" fmla="*/ 274421 w 1842652"/>
                <a:gd name="connsiteY4" fmla="*/ 1160626 h 1160626"/>
                <a:gd name="connsiteX5" fmla="*/ 921326 w 1842652"/>
                <a:gd name="connsiteY5" fmla="*/ 1160626 h 1160626"/>
                <a:gd name="connsiteX6" fmla="*/ 1568231 w 1842652"/>
                <a:gd name="connsiteY6" fmla="*/ 1160626 h 1160626"/>
                <a:gd name="connsiteX7" fmla="*/ 1840489 w 1842652"/>
                <a:gd name="connsiteY7" fmla="*/ 871700 h 1160626"/>
                <a:gd name="connsiteX8" fmla="*/ 1735714 w 1842652"/>
                <a:gd name="connsiteY8" fmla="*/ 254165 h 1160626"/>
                <a:gd name="connsiteX9" fmla="*/ 1356300 w 1842652"/>
                <a:gd name="connsiteY9" fmla="*/ 957 h 116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42652" h="1160626">
                  <a:moveTo>
                    <a:pt x="921326" y="0"/>
                  </a:moveTo>
                  <a:lnTo>
                    <a:pt x="486352" y="957"/>
                  </a:lnTo>
                  <a:cubicBezTo>
                    <a:pt x="303110" y="957"/>
                    <a:pt x="149801" y="54254"/>
                    <a:pt x="106938" y="254165"/>
                  </a:cubicBezTo>
                  <a:cubicBezTo>
                    <a:pt x="68838" y="448897"/>
                    <a:pt x="16450" y="686493"/>
                    <a:pt x="2163" y="871700"/>
                  </a:cubicBezTo>
                  <a:cubicBezTo>
                    <a:pt x="-16887" y="1054942"/>
                    <a:pt x="91179" y="1160626"/>
                    <a:pt x="274421" y="1160626"/>
                  </a:cubicBezTo>
                  <a:lnTo>
                    <a:pt x="921326" y="1160626"/>
                  </a:lnTo>
                  <a:lnTo>
                    <a:pt x="1568231" y="1160626"/>
                  </a:lnTo>
                  <a:cubicBezTo>
                    <a:pt x="1751473" y="1160626"/>
                    <a:pt x="1859539" y="1054942"/>
                    <a:pt x="1840489" y="871700"/>
                  </a:cubicBezTo>
                  <a:cubicBezTo>
                    <a:pt x="1826202" y="686493"/>
                    <a:pt x="1773814" y="448897"/>
                    <a:pt x="1735714" y="254165"/>
                  </a:cubicBezTo>
                  <a:cubicBezTo>
                    <a:pt x="1692851" y="54254"/>
                    <a:pt x="1539542" y="957"/>
                    <a:pt x="1356300" y="957"/>
                  </a:cubicBezTo>
                  <a:close/>
                </a:path>
              </a:pathLst>
            </a:custGeom>
            <a:solidFill>
              <a:schemeClr val="tx1">
                <a:alpha val="36000"/>
              </a:schemeClr>
            </a:solidFill>
            <a:ln>
              <a:noFill/>
            </a:ln>
            <a:effectLst>
              <a:outerShdw blurRad="304800" dist="317500" dir="2700000" algn="tl" rotWithShape="0">
                <a:prstClr val="black">
                  <a:alpha val="5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654297" y="1589166"/>
              <a:ext cx="8895423" cy="1839595"/>
            </a:xfrm>
            <a:custGeom>
              <a:avLst/>
              <a:gdLst>
                <a:gd name="connsiteX0" fmla="*/ 60519 w 8895423"/>
                <a:gd name="connsiteY0" fmla="*/ 243956 h 1839595"/>
                <a:gd name="connsiteX1" fmla="*/ 218750 w 8895423"/>
                <a:gd name="connsiteY1" fmla="*/ 0 h 1839595"/>
                <a:gd name="connsiteX2" fmla="*/ 8686878 w 8895423"/>
                <a:gd name="connsiteY2" fmla="*/ 3175 h 1839595"/>
                <a:gd name="connsiteX3" fmla="*/ 8829234 w 8895423"/>
                <a:gd name="connsiteY3" fmla="*/ 247131 h 1839595"/>
                <a:gd name="connsiteX4" fmla="*/ 7791009 w 8895423"/>
                <a:gd name="connsiteY4" fmla="*/ 1624214 h 1839595"/>
                <a:gd name="connsiteX5" fmla="*/ 7474028 w 8895423"/>
                <a:gd name="connsiteY5" fmla="*/ 1833245 h 1839595"/>
                <a:gd name="connsiteX6" fmla="*/ 1450650 w 8895423"/>
                <a:gd name="connsiteY6" fmla="*/ 1839595 h 1839595"/>
                <a:gd name="connsiteX7" fmla="*/ 1089219 w 8895423"/>
                <a:gd name="connsiteY7" fmla="*/ 1611514 h 1839595"/>
                <a:gd name="connsiteX8" fmla="*/ 60519 w 8895423"/>
                <a:gd name="connsiteY8" fmla="*/ 243956 h 183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95423" h="1839595">
                  <a:moveTo>
                    <a:pt x="60519" y="243956"/>
                  </a:moveTo>
                  <a:cubicBezTo>
                    <a:pt x="-101406" y="48804"/>
                    <a:pt x="99798" y="0"/>
                    <a:pt x="218750" y="0"/>
                  </a:cubicBezTo>
                  <a:lnTo>
                    <a:pt x="8686878" y="3175"/>
                  </a:lnTo>
                  <a:cubicBezTo>
                    <a:pt x="8805830" y="3175"/>
                    <a:pt x="8997509" y="48804"/>
                    <a:pt x="8829234" y="247131"/>
                  </a:cubicBezTo>
                  <a:lnTo>
                    <a:pt x="7791009" y="1624214"/>
                  </a:lnTo>
                  <a:cubicBezTo>
                    <a:pt x="7676709" y="1793966"/>
                    <a:pt x="7592980" y="1833245"/>
                    <a:pt x="7474028" y="1833245"/>
                  </a:cubicBezTo>
                  <a:lnTo>
                    <a:pt x="1450650" y="1839595"/>
                  </a:lnTo>
                  <a:cubicBezTo>
                    <a:pt x="1331698" y="1839595"/>
                    <a:pt x="1235269" y="1793966"/>
                    <a:pt x="1089219" y="1611514"/>
                  </a:cubicBezTo>
                  <a:cubicBezTo>
                    <a:pt x="727269" y="1137670"/>
                    <a:pt x="330394" y="600325"/>
                    <a:pt x="60519" y="243956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1659606" y="1584960"/>
              <a:ext cx="8888660" cy="94712"/>
            </a:xfrm>
            <a:custGeom>
              <a:avLst/>
              <a:gdLst>
                <a:gd name="connsiteX0" fmla="*/ 102381 w 8888660"/>
                <a:gd name="connsiteY0" fmla="*/ 0 h 94712"/>
                <a:gd name="connsiteX1" fmla="*/ 8786279 w 8888660"/>
                <a:gd name="connsiteY1" fmla="*/ 0 h 94712"/>
                <a:gd name="connsiteX2" fmla="*/ 8882402 w 8888660"/>
                <a:gd name="connsiteY2" fmla="*/ 63715 h 94712"/>
                <a:gd name="connsiteX3" fmla="*/ 8888660 w 8888660"/>
                <a:gd name="connsiteY3" fmla="*/ 94712 h 94712"/>
                <a:gd name="connsiteX4" fmla="*/ 8838149 w 8888660"/>
                <a:gd name="connsiteY4" fmla="*/ 60656 h 94712"/>
                <a:gd name="connsiteX5" fmla="*/ 8760002 w 8888660"/>
                <a:gd name="connsiteY5" fmla="*/ 44879 h 94712"/>
                <a:gd name="connsiteX6" fmla="*/ 128659 w 8888660"/>
                <a:gd name="connsiteY6" fmla="*/ 44879 h 94712"/>
                <a:gd name="connsiteX7" fmla="*/ 50512 w 8888660"/>
                <a:gd name="connsiteY7" fmla="*/ 60656 h 94712"/>
                <a:gd name="connsiteX8" fmla="*/ 0 w 8888660"/>
                <a:gd name="connsiteY8" fmla="*/ 94712 h 94712"/>
                <a:gd name="connsiteX9" fmla="*/ 6258 w 8888660"/>
                <a:gd name="connsiteY9" fmla="*/ 63715 h 94712"/>
                <a:gd name="connsiteX10" fmla="*/ 102381 w 8888660"/>
                <a:gd name="connsiteY10" fmla="*/ 0 h 94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88660" h="94712">
                  <a:moveTo>
                    <a:pt x="102381" y="0"/>
                  </a:moveTo>
                  <a:lnTo>
                    <a:pt x="8786279" y="0"/>
                  </a:lnTo>
                  <a:cubicBezTo>
                    <a:pt x="8829490" y="0"/>
                    <a:pt x="8866565" y="26272"/>
                    <a:pt x="8882402" y="63715"/>
                  </a:cubicBezTo>
                  <a:lnTo>
                    <a:pt x="8888660" y="94712"/>
                  </a:lnTo>
                  <a:lnTo>
                    <a:pt x="8838149" y="60656"/>
                  </a:lnTo>
                  <a:cubicBezTo>
                    <a:pt x="8814130" y="50497"/>
                    <a:pt x="8787722" y="44879"/>
                    <a:pt x="8760002" y="44879"/>
                  </a:cubicBezTo>
                  <a:lnTo>
                    <a:pt x="128659" y="44879"/>
                  </a:lnTo>
                  <a:cubicBezTo>
                    <a:pt x="100939" y="44879"/>
                    <a:pt x="74531" y="50497"/>
                    <a:pt x="50512" y="60656"/>
                  </a:cubicBezTo>
                  <a:lnTo>
                    <a:pt x="0" y="94712"/>
                  </a:lnTo>
                  <a:lnTo>
                    <a:pt x="6258" y="63715"/>
                  </a:lnTo>
                  <a:cubicBezTo>
                    <a:pt x="22095" y="26272"/>
                    <a:pt x="59170" y="0"/>
                    <a:pt x="102381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65000"/>
                  </a:schemeClr>
                </a:gs>
                <a:gs pos="99000">
                  <a:schemeClr val="tx1">
                    <a:lumMod val="75000"/>
                    <a:lumOff val="25000"/>
                  </a:schemeClr>
                </a:gs>
                <a:gs pos="97000">
                  <a:schemeClr val="bg1">
                    <a:lumMod val="85000"/>
                  </a:schemeClr>
                </a:gs>
                <a:gs pos="1000">
                  <a:schemeClr val="tx1">
                    <a:lumMod val="65000"/>
                    <a:lumOff val="35000"/>
                  </a:schemeClr>
                </a:gs>
                <a:gs pos="300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790824" y="3267503"/>
              <a:ext cx="6622257" cy="171585"/>
            </a:xfrm>
            <a:custGeom>
              <a:avLst/>
              <a:gdLst>
                <a:gd name="connsiteX0" fmla="*/ 0 w 6621970"/>
                <a:gd name="connsiteY0" fmla="*/ 0 h 171258"/>
                <a:gd name="connsiteX1" fmla="*/ 6621970 w 6621970"/>
                <a:gd name="connsiteY1" fmla="*/ 0 h 171258"/>
                <a:gd name="connsiteX2" fmla="*/ 6612181 w 6621970"/>
                <a:gd name="connsiteY2" fmla="*/ 13596 h 171258"/>
                <a:gd name="connsiteX3" fmla="*/ 6336758 w 6621970"/>
                <a:gd name="connsiteY3" fmla="*/ 164908 h 171258"/>
                <a:gd name="connsiteX4" fmla="*/ 313380 w 6621970"/>
                <a:gd name="connsiteY4" fmla="*/ 171258 h 171258"/>
                <a:gd name="connsiteX5" fmla="*/ 4533 w 6621970"/>
                <a:gd name="connsiteY5" fmla="*/ 5361 h 171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21969" h="171258">
                  <a:moveTo>
                    <a:pt x="0" y="0"/>
                  </a:moveTo>
                  <a:lnTo>
                    <a:pt x="6621970" y="0"/>
                  </a:lnTo>
                  <a:lnTo>
                    <a:pt x="6612181" y="13596"/>
                  </a:lnTo>
                  <a:cubicBezTo>
                    <a:pt x="6517956" y="134835"/>
                    <a:pt x="6440841" y="164908"/>
                    <a:pt x="6336758" y="164908"/>
                  </a:cubicBezTo>
                  <a:lnTo>
                    <a:pt x="313380" y="171258"/>
                  </a:lnTo>
                  <a:cubicBezTo>
                    <a:pt x="209297" y="171258"/>
                    <a:pt x="122458" y="136323"/>
                    <a:pt x="4533" y="5361"/>
                  </a:cubicBezTo>
                  <a:close/>
                </a:path>
              </a:pathLst>
            </a:custGeom>
            <a:gradFill>
              <a:gsLst>
                <a:gs pos="100000">
                  <a:srgbClr val="8A8A92"/>
                </a:gs>
                <a:gs pos="0">
                  <a:srgbClr val="EDEDF3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32" name="Рисунок 13"/>
          <p:cNvSpPr>
            <a:spLocks noGrp="1"/>
          </p:cNvSpPr>
          <p:nvPr>
            <p:ph type="pic" sz="quarter" idx="66" hasCustomPrompt="1"/>
          </p:nvPr>
        </p:nvSpPr>
        <p:spPr>
          <a:xfrm>
            <a:off x="2045973" y="1105389"/>
            <a:ext cx="8100061" cy="1368107"/>
          </a:xfrm>
          <a:custGeom>
            <a:avLst/>
            <a:gdLst>
              <a:gd name="connsiteX0" fmla="*/ 0 w 8100060"/>
              <a:gd name="connsiteY0" fmla="*/ 0 h 1368107"/>
              <a:gd name="connsiteX1" fmla="*/ 8100060 w 8100060"/>
              <a:gd name="connsiteY1" fmla="*/ 0 h 1368107"/>
              <a:gd name="connsiteX2" fmla="*/ 7185660 w 8100060"/>
              <a:gd name="connsiteY2" fmla="*/ 1368107 h 1368107"/>
              <a:gd name="connsiteX3" fmla="*/ 933061 w 8100060"/>
              <a:gd name="connsiteY3" fmla="*/ 1368107 h 1368107"/>
              <a:gd name="connsiteX4" fmla="*/ 0 w 8100060"/>
              <a:gd name="connsiteY4" fmla="*/ 0 h 136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00059" h="1368107">
                <a:moveTo>
                  <a:pt x="0" y="0"/>
                </a:moveTo>
                <a:lnTo>
                  <a:pt x="8100060" y="0"/>
                </a:lnTo>
                <a:lnTo>
                  <a:pt x="7185660" y="1368107"/>
                </a:lnTo>
                <a:lnTo>
                  <a:pt x="933061" y="1368107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solidFill>
              <a:srgbClr val="000000">
                <a:alpha val="30000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152" name="Group 151"/>
          <p:cNvGrpSpPr/>
          <p:nvPr/>
        </p:nvGrpSpPr>
        <p:grpSpPr>
          <a:xfrm>
            <a:off x="8379600" y="3175332"/>
            <a:ext cx="2253478" cy="3203855"/>
            <a:chOff x="6481335" y="1097757"/>
            <a:chExt cx="5524894" cy="7854951"/>
          </a:xfrm>
          <a:effectLst>
            <a:outerShdw blurRad="1270000" dist="889000" dir="2400000" algn="tl" rotWithShape="0">
              <a:prstClr val="black">
                <a:alpha val="40000"/>
              </a:prstClr>
            </a:outerShdw>
          </a:effectLst>
        </p:grpSpPr>
        <p:sp>
          <p:nvSpPr>
            <p:cNvPr id="153" name="Rounded Rectangle 152"/>
            <p:cNvSpPr/>
            <p:nvPr/>
          </p:nvSpPr>
          <p:spPr>
            <a:xfrm>
              <a:off x="6615578" y="1200386"/>
              <a:ext cx="5258922" cy="7609968"/>
            </a:xfrm>
            <a:prstGeom prst="roundRect">
              <a:avLst>
                <a:gd name="adj" fmla="val 4592"/>
              </a:avLst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154" name="Group 153"/>
            <p:cNvGrpSpPr/>
            <p:nvPr/>
          </p:nvGrpSpPr>
          <p:grpSpPr>
            <a:xfrm>
              <a:off x="6481335" y="1097757"/>
              <a:ext cx="5524894" cy="7854951"/>
              <a:chOff x="6481335" y="1097757"/>
              <a:chExt cx="5524894" cy="7854951"/>
            </a:xfrm>
          </p:grpSpPr>
          <p:sp>
            <p:nvSpPr>
              <p:cNvPr id="155" name="Rounded Rectangle 154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lumMod val="95000"/>
                </a:schemeClr>
              </a:solidFill>
              <a:ln w="349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156" name="Rounded Rectangle 155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tx1">
                  <a:alpha val="90000"/>
                </a:schemeClr>
              </a:solidFill>
              <a:ln w="19050">
                <a:gradFill>
                  <a:gsLst>
                    <a:gs pos="97000">
                      <a:schemeClr val="tx1">
                        <a:lumMod val="75000"/>
                        <a:lumOff val="25000"/>
                      </a:schemeClr>
                    </a:gs>
                    <a:gs pos="94000">
                      <a:schemeClr val="bg1">
                        <a:lumMod val="65000"/>
                      </a:schemeClr>
                    </a:gs>
                    <a:gs pos="6000">
                      <a:schemeClr val="bg1">
                        <a:lumMod val="75000"/>
                      </a:schemeClr>
                    </a:gs>
                    <a:gs pos="4000">
                      <a:srgbClr val="797979"/>
                    </a:gs>
                    <a:gs pos="0">
                      <a:schemeClr val="bg1">
                        <a:lumMod val="85000"/>
                      </a:schemeClr>
                    </a:gs>
                    <a:gs pos="3000">
                      <a:schemeClr val="tx1">
                        <a:lumMod val="75000"/>
                        <a:lumOff val="25000"/>
                      </a:schemeClr>
                    </a:gs>
                    <a:gs pos="2000">
                      <a:schemeClr val="bg1"/>
                    </a:gs>
                    <a:gs pos="98000">
                      <a:schemeClr val="bg1"/>
                    </a:gs>
                    <a:gs pos="53000">
                      <a:schemeClr val="bg1">
                        <a:lumMod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157" name="Овал 57"/>
              <p:cNvSpPr/>
              <p:nvPr/>
            </p:nvSpPr>
            <p:spPr>
              <a:xfrm flipH="1">
                <a:off x="9196460" y="1401453"/>
                <a:ext cx="94645" cy="92387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158" name="Овал 50"/>
              <p:cNvSpPr/>
              <p:nvPr/>
            </p:nvSpPr>
            <p:spPr>
              <a:xfrm>
                <a:off x="9038716" y="8378172"/>
                <a:ext cx="410131" cy="406782"/>
              </a:xfrm>
              <a:prstGeom prst="ellipse">
                <a:avLst/>
              </a:prstGeom>
              <a:gradFill>
                <a:gsLst>
                  <a:gs pos="0">
                    <a:schemeClr val="tx1">
                      <a:lumMod val="88000"/>
                      <a:lumOff val="12000"/>
                    </a:schemeClr>
                  </a:gs>
                  <a:gs pos="100000">
                    <a:schemeClr val="tx1"/>
                  </a:gs>
                </a:gsLst>
                <a:lin ang="15000000" scaled="0"/>
              </a:gradFill>
              <a:ln w="6350">
                <a:gradFill flip="none" rotWithShape="1">
                  <a:gsLst>
                    <a:gs pos="17000">
                      <a:schemeClr val="tx1">
                        <a:lumMod val="65000"/>
                        <a:lumOff val="35000"/>
                        <a:alpha val="31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  <a:alpha val="33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10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59" name="Rounded Rectangle 158"/>
              <p:cNvSpPr/>
              <p:nvPr/>
            </p:nvSpPr>
            <p:spPr>
              <a:xfrm>
                <a:off x="9183456" y="8521238"/>
                <a:ext cx="120650" cy="120650"/>
              </a:xfrm>
              <a:prstGeom prst="roundRect">
                <a:avLst/>
              </a:prstGeom>
              <a:noFill/>
              <a:ln w="1270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/>
                    </a:gs>
                  </a:gsLst>
                  <a:lin ang="2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</p:grpSp>
      </p:grpSp>
      <p:sp>
        <p:nvSpPr>
          <p:cNvPr id="160" name="Рисунок 13"/>
          <p:cNvSpPr>
            <a:spLocks noGrp="1"/>
          </p:cNvSpPr>
          <p:nvPr>
            <p:ph type="pic" sz="quarter" idx="68" hasCustomPrompt="1"/>
          </p:nvPr>
        </p:nvSpPr>
        <p:spPr>
          <a:xfrm>
            <a:off x="8506930" y="3415076"/>
            <a:ext cx="2000408" cy="2679989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solidFill>
              <a:srgbClr val="000000">
                <a:alpha val="30000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161" name="Group 160"/>
          <p:cNvGrpSpPr/>
          <p:nvPr/>
        </p:nvGrpSpPr>
        <p:grpSpPr>
          <a:xfrm>
            <a:off x="2162175" y="4185267"/>
            <a:ext cx="2239026" cy="3183308"/>
            <a:chOff x="6481335" y="1097757"/>
            <a:chExt cx="5524894" cy="7854951"/>
          </a:xfrm>
          <a:effectLst>
            <a:outerShdw blurRad="1270000" dist="889000" dir="2400000" algn="tl" rotWithShape="0">
              <a:prstClr val="black">
                <a:alpha val="40000"/>
              </a:prstClr>
            </a:outerShdw>
          </a:effectLst>
        </p:grpSpPr>
        <p:sp>
          <p:nvSpPr>
            <p:cNvPr id="162" name="Rounded Rectangle 161"/>
            <p:cNvSpPr/>
            <p:nvPr/>
          </p:nvSpPr>
          <p:spPr>
            <a:xfrm>
              <a:off x="6615578" y="1200386"/>
              <a:ext cx="5258922" cy="7609968"/>
            </a:xfrm>
            <a:prstGeom prst="roundRect">
              <a:avLst>
                <a:gd name="adj" fmla="val 4592"/>
              </a:avLst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163" name="Group 162"/>
            <p:cNvGrpSpPr/>
            <p:nvPr/>
          </p:nvGrpSpPr>
          <p:grpSpPr>
            <a:xfrm>
              <a:off x="6481335" y="1097757"/>
              <a:ext cx="5524894" cy="7854951"/>
              <a:chOff x="6481335" y="1097757"/>
              <a:chExt cx="5524894" cy="7854951"/>
            </a:xfrm>
          </p:grpSpPr>
          <p:sp>
            <p:nvSpPr>
              <p:cNvPr id="164" name="Rounded Rectangle 163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lumMod val="95000"/>
                </a:schemeClr>
              </a:solidFill>
              <a:ln w="349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165" name="Rounded Rectangle 164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alpha val="90000"/>
                </a:schemeClr>
              </a:solidFill>
              <a:ln w="19050">
                <a:gradFill>
                  <a:gsLst>
                    <a:gs pos="97000">
                      <a:schemeClr val="tx1">
                        <a:lumMod val="75000"/>
                        <a:lumOff val="25000"/>
                      </a:schemeClr>
                    </a:gs>
                    <a:gs pos="94000">
                      <a:schemeClr val="bg1">
                        <a:lumMod val="65000"/>
                      </a:schemeClr>
                    </a:gs>
                    <a:gs pos="6000">
                      <a:schemeClr val="bg1">
                        <a:lumMod val="75000"/>
                      </a:schemeClr>
                    </a:gs>
                    <a:gs pos="4000">
                      <a:srgbClr val="797979"/>
                    </a:gs>
                    <a:gs pos="0">
                      <a:schemeClr val="bg1">
                        <a:lumMod val="85000"/>
                      </a:schemeClr>
                    </a:gs>
                    <a:gs pos="3000">
                      <a:schemeClr val="tx1">
                        <a:lumMod val="75000"/>
                        <a:lumOff val="25000"/>
                      </a:schemeClr>
                    </a:gs>
                    <a:gs pos="2000">
                      <a:schemeClr val="bg1"/>
                    </a:gs>
                    <a:gs pos="98000">
                      <a:schemeClr val="bg1"/>
                    </a:gs>
                    <a:gs pos="53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166" name="Овал 57"/>
              <p:cNvSpPr/>
              <p:nvPr/>
            </p:nvSpPr>
            <p:spPr>
              <a:xfrm flipH="1">
                <a:off x="9196460" y="1401453"/>
                <a:ext cx="94645" cy="92387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167" name="Овал 50"/>
              <p:cNvSpPr/>
              <p:nvPr/>
            </p:nvSpPr>
            <p:spPr>
              <a:xfrm>
                <a:off x="9038716" y="8378172"/>
                <a:ext cx="410131" cy="406782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57000"/>
                    </a:schemeClr>
                  </a:gs>
                  <a:gs pos="100000">
                    <a:schemeClr val="bg1">
                      <a:lumMod val="85000"/>
                      <a:alpha val="15000"/>
                    </a:schemeClr>
                  </a:gs>
                </a:gsLst>
                <a:lin ang="15000000" scaled="0"/>
              </a:gradFill>
              <a:ln w="6350">
                <a:gradFill flip="none" rotWithShape="1">
                  <a:gsLst>
                    <a:gs pos="17000">
                      <a:schemeClr val="tx1">
                        <a:lumMod val="65000"/>
                        <a:lumOff val="35000"/>
                        <a:alpha val="31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  <a:alpha val="33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10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68" name="Rounded Rectangle 167"/>
              <p:cNvSpPr/>
              <p:nvPr/>
            </p:nvSpPr>
            <p:spPr>
              <a:xfrm>
                <a:off x="9183456" y="8521238"/>
                <a:ext cx="120650" cy="120650"/>
              </a:xfrm>
              <a:prstGeom prst="roundRect">
                <a:avLst/>
              </a:prstGeom>
              <a:noFill/>
              <a:ln w="1270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</p:grpSp>
      </p:grpSp>
      <p:sp>
        <p:nvSpPr>
          <p:cNvPr id="169" name="Рисунок 13"/>
          <p:cNvSpPr>
            <a:spLocks noGrp="1"/>
          </p:cNvSpPr>
          <p:nvPr>
            <p:ph type="pic" sz="quarter" idx="99" hasCustomPrompt="1"/>
          </p:nvPr>
        </p:nvSpPr>
        <p:spPr>
          <a:xfrm>
            <a:off x="2287901" y="4403767"/>
            <a:ext cx="1987577" cy="2662801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solidFill>
              <a:srgbClr val="000000">
                <a:alpha val="30000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170" name="Group 169"/>
          <p:cNvGrpSpPr/>
          <p:nvPr/>
        </p:nvGrpSpPr>
        <p:grpSpPr>
          <a:xfrm>
            <a:off x="4658490" y="4185270"/>
            <a:ext cx="1104784" cy="2235593"/>
            <a:chOff x="889918" y="1073150"/>
            <a:chExt cx="2444531" cy="4946650"/>
          </a:xfrm>
          <a:effectLst>
            <a:outerShdw blurRad="1270000" dist="889000" dir="2400000" algn="tl" rotWithShape="0">
              <a:prstClr val="black">
                <a:alpha val="40000"/>
              </a:prstClr>
            </a:outerShdw>
          </a:effectLst>
        </p:grpSpPr>
        <p:sp>
          <p:nvSpPr>
            <p:cNvPr id="171" name="Rounded Rectangle 170"/>
            <p:cNvSpPr/>
            <p:nvPr/>
          </p:nvSpPr>
          <p:spPr>
            <a:xfrm>
              <a:off x="1048562" y="1233758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172" name="Group 171"/>
            <p:cNvGrpSpPr/>
            <p:nvPr/>
          </p:nvGrpSpPr>
          <p:grpSpPr>
            <a:xfrm>
              <a:off x="889918" y="1073150"/>
              <a:ext cx="2444531" cy="4946650"/>
              <a:chOff x="2326834" y="1073150"/>
              <a:chExt cx="2444531" cy="4946650"/>
            </a:xfrm>
          </p:grpSpPr>
          <p:sp>
            <p:nvSpPr>
              <p:cNvPr id="173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4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5" name="Скругленный прямоугольник 51"/>
              <p:cNvSpPr/>
              <p:nvPr/>
            </p:nvSpPr>
            <p:spPr>
              <a:xfrm>
                <a:off x="4591064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6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7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8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noFill/>
              <a:ln w="1905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4500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  <a:gs pos="2000">
                      <a:srgbClr val="808080"/>
                    </a:gs>
                    <a:gs pos="96000">
                      <a:srgbClr val="808080"/>
                    </a:gs>
                    <a:gs pos="92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179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solidFill>
                <a:schemeClr val="bg1">
                  <a:alpha val="1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180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181" name="Straight Connector 180"/>
              <p:cNvCxnSpPr/>
              <p:nvPr/>
            </p:nvCxnSpPr>
            <p:spPr>
              <a:xfrm>
                <a:off x="4712494" y="1571734"/>
                <a:ext cx="35719" cy="209"/>
              </a:xfrm>
              <a:prstGeom prst="line">
                <a:avLst/>
              </a:prstGeom>
              <a:ln w="3175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>
              <a:xfrm>
                <a:off x="2347097" y="1571734"/>
                <a:ext cx="35719" cy="209"/>
              </a:xfrm>
              <a:prstGeom prst="line">
                <a:avLst/>
              </a:prstGeom>
              <a:ln w="3175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>
              <a:xfrm>
                <a:off x="4715351" y="5525556"/>
                <a:ext cx="35719" cy="209"/>
              </a:xfrm>
              <a:prstGeom prst="line">
                <a:avLst/>
              </a:prstGeom>
              <a:ln w="3175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>
              <a:xfrm>
                <a:off x="2349954" y="5525556"/>
                <a:ext cx="35719" cy="209"/>
              </a:xfrm>
              <a:prstGeom prst="line">
                <a:avLst/>
              </a:prstGeom>
              <a:ln w="3175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5" name="Picture Placeholder 184"/>
          <p:cNvSpPr>
            <a:spLocks noGrp="1"/>
          </p:cNvSpPr>
          <p:nvPr>
            <p:ph type="pic" sz="quarter" idx="64" hasCustomPrompt="1"/>
          </p:nvPr>
        </p:nvSpPr>
        <p:spPr>
          <a:xfrm>
            <a:off x="4723472" y="4246348"/>
            <a:ext cx="970426" cy="2102620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</p:spTree>
  </p:cSld>
  <p:clrMapOvr>
    <a:masterClrMapping/>
  </p:clrMapOvr>
  <p:transition spd="med">
    <p:pull/>
  </p:transition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2_Devic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 userDrawn="1"/>
        </p:nvSpPr>
        <p:spPr>
          <a:xfrm>
            <a:off x="1016000" y="0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41" name="Group 40"/>
          <p:cNvGrpSpPr>
            <a:grpSpLocks noChangeAspect="1"/>
          </p:cNvGrpSpPr>
          <p:nvPr userDrawn="1"/>
        </p:nvGrpSpPr>
        <p:grpSpPr>
          <a:xfrm>
            <a:off x="1645663" y="-3086496"/>
            <a:ext cx="2198427" cy="446217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45" name="Rounded Rectangle 44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46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47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48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49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7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8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9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60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61" name="Рисунок 13"/>
          <p:cNvSpPr>
            <a:spLocks noGrp="1" noChangeAspect="1"/>
          </p:cNvSpPr>
          <p:nvPr>
            <p:ph type="pic" sz="quarter" idx="66" hasCustomPrompt="1"/>
          </p:nvPr>
        </p:nvSpPr>
        <p:spPr>
          <a:xfrm>
            <a:off x="1787656" y="-2555989"/>
            <a:ext cx="1914441" cy="338138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36" name="Shape 41"/>
          <p:cNvSpPr>
            <a:spLocks noGrp="1"/>
          </p:cNvSpPr>
          <p:nvPr>
            <p:ph type="body" sz="quarter" idx="141" hasCustomPrompt="1"/>
          </p:nvPr>
        </p:nvSpPr>
        <p:spPr>
          <a:xfrm>
            <a:off x="7124490" y="3727933"/>
            <a:ext cx="4051510" cy="1748097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37" name="Shape 17"/>
          <p:cNvSpPr>
            <a:spLocks noGrp="1"/>
          </p:cNvSpPr>
          <p:nvPr>
            <p:ph type="body" sz="quarter" idx="142" hasCustomPrompt="1"/>
          </p:nvPr>
        </p:nvSpPr>
        <p:spPr>
          <a:xfrm>
            <a:off x="7124490" y="1200623"/>
            <a:ext cx="4051510" cy="2376967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algn="l" defTabSz="914400">
              <a:lnSpc>
                <a:spcPct val="100000"/>
              </a:lnSpc>
              <a:spcBef>
                <a:spcPct val="0"/>
              </a:spcBef>
              <a:defRPr sz="4800" b="1" spc="-10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/>
              <a:t>H2 Title here</a:t>
            </a:r>
            <a:endParaRPr lang="nl-NL"/>
          </a:p>
        </p:txBody>
      </p:sp>
      <p:sp>
        <p:nvSpPr>
          <p:cNvPr id="38" name="Текст 7"/>
          <p:cNvSpPr>
            <a:spLocks noGrp="1"/>
          </p:cNvSpPr>
          <p:nvPr>
            <p:ph type="body" sz="quarter" idx="139" hasCustomPrompt="1"/>
          </p:nvPr>
        </p:nvSpPr>
        <p:spPr>
          <a:xfrm>
            <a:off x="7124490" y="559868"/>
            <a:ext cx="4051510" cy="555898"/>
          </a:xfrm>
        </p:spPr>
        <p:txBody>
          <a:bodyPr tIns="0" anchor="t">
            <a:no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defRPr lang="en-US" sz="105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/>
              <a:t>WRITE CAPTION HERE</a:t>
            </a:r>
            <a:endParaRPr lang="en-US"/>
          </a:p>
        </p:txBody>
      </p:sp>
      <p:grpSp>
        <p:nvGrpSpPr>
          <p:cNvPr id="39" name="Group 38"/>
          <p:cNvGrpSpPr>
            <a:grpSpLocks noChangeAspect="1"/>
          </p:cNvGrpSpPr>
          <p:nvPr userDrawn="1"/>
        </p:nvGrpSpPr>
        <p:grpSpPr>
          <a:xfrm>
            <a:off x="5774675" y="5713068"/>
            <a:ext cx="312000" cy="311952"/>
            <a:chOff x="3238499" y="8277225"/>
            <a:chExt cx="666750" cy="666750"/>
          </a:xfrm>
        </p:grpSpPr>
        <p:sp>
          <p:nvSpPr>
            <p:cNvPr id="40" name="Oval 39"/>
            <p:cNvSpPr/>
            <p:nvPr/>
          </p:nvSpPr>
          <p:spPr>
            <a:xfrm>
              <a:off x="3238499" y="8277225"/>
              <a:ext cx="666750" cy="666750"/>
            </a:xfrm>
            <a:prstGeom prst="ellipse">
              <a:avLst/>
            </a:pr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2" name="Freeform 24"/>
            <p:cNvSpPr/>
            <p:nvPr/>
          </p:nvSpPr>
          <p:spPr bwMode="auto">
            <a:xfrm>
              <a:off x="3502483" y="8426894"/>
              <a:ext cx="189583" cy="367412"/>
            </a:xfrm>
            <a:custGeom>
              <a:avLst/>
              <a:gdLst>
                <a:gd name="T0" fmla="*/ 461 w 461"/>
                <a:gd name="T1" fmla="*/ 448 h 895"/>
                <a:gd name="T2" fmla="*/ 457 w 461"/>
                <a:gd name="T3" fmla="*/ 457 h 895"/>
                <a:gd name="T4" fmla="*/ 22 w 461"/>
                <a:gd name="T5" fmla="*/ 892 h 895"/>
                <a:gd name="T6" fmla="*/ 14 w 461"/>
                <a:gd name="T7" fmla="*/ 895 h 895"/>
                <a:gd name="T8" fmla="*/ 5 w 461"/>
                <a:gd name="T9" fmla="*/ 892 h 895"/>
                <a:gd name="T10" fmla="*/ 5 w 461"/>
                <a:gd name="T11" fmla="*/ 874 h 895"/>
                <a:gd name="T12" fmla="*/ 431 w 461"/>
                <a:gd name="T13" fmla="*/ 448 h 895"/>
                <a:gd name="T14" fmla="*/ 6 w 461"/>
                <a:gd name="T15" fmla="*/ 23 h 895"/>
                <a:gd name="T16" fmla="*/ 6 w 461"/>
                <a:gd name="T17" fmla="*/ 5 h 895"/>
                <a:gd name="T18" fmla="*/ 24 w 461"/>
                <a:gd name="T19" fmla="*/ 5 h 895"/>
                <a:gd name="T20" fmla="*/ 457 w 461"/>
                <a:gd name="T21" fmla="*/ 439 h 895"/>
                <a:gd name="T22" fmla="*/ 461 w 461"/>
                <a:gd name="T23" fmla="*/ 448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1" h="895">
                  <a:moveTo>
                    <a:pt x="461" y="448"/>
                  </a:moveTo>
                  <a:cubicBezTo>
                    <a:pt x="461" y="452"/>
                    <a:pt x="460" y="454"/>
                    <a:pt x="457" y="457"/>
                  </a:cubicBezTo>
                  <a:lnTo>
                    <a:pt x="22" y="892"/>
                  </a:lnTo>
                  <a:cubicBezTo>
                    <a:pt x="20" y="894"/>
                    <a:pt x="16" y="895"/>
                    <a:pt x="14" y="895"/>
                  </a:cubicBezTo>
                  <a:cubicBezTo>
                    <a:pt x="11" y="895"/>
                    <a:pt x="7" y="894"/>
                    <a:pt x="5" y="892"/>
                  </a:cubicBezTo>
                  <a:cubicBezTo>
                    <a:pt x="0" y="887"/>
                    <a:pt x="0" y="879"/>
                    <a:pt x="5" y="874"/>
                  </a:cubicBezTo>
                  <a:lnTo>
                    <a:pt x="431" y="448"/>
                  </a:lnTo>
                  <a:lnTo>
                    <a:pt x="6" y="23"/>
                  </a:lnTo>
                  <a:cubicBezTo>
                    <a:pt x="1" y="18"/>
                    <a:pt x="1" y="10"/>
                    <a:pt x="6" y="5"/>
                  </a:cubicBezTo>
                  <a:cubicBezTo>
                    <a:pt x="11" y="0"/>
                    <a:pt x="19" y="0"/>
                    <a:pt x="24" y="5"/>
                  </a:cubicBezTo>
                  <a:lnTo>
                    <a:pt x="457" y="439"/>
                  </a:lnTo>
                  <a:cubicBezTo>
                    <a:pt x="460" y="442"/>
                    <a:pt x="461" y="444"/>
                    <a:pt x="461" y="448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137160" tIns="68580" rIns="137160" bIns="68580" numCol="1" anchor="t" anchorCtr="0" compatLnSpc="1"/>
            <a:lstStyle/>
            <a:p>
              <a:endParaRPr lang="en-US" sz="2700"/>
            </a:p>
          </p:txBody>
        </p:sp>
      </p:grpSp>
      <p:grpSp>
        <p:nvGrpSpPr>
          <p:cNvPr id="221" name="Group 220"/>
          <p:cNvGrpSpPr>
            <a:grpSpLocks noChangeAspect="1"/>
          </p:cNvGrpSpPr>
          <p:nvPr userDrawn="1"/>
        </p:nvGrpSpPr>
        <p:grpSpPr>
          <a:xfrm>
            <a:off x="1645663" y="2137740"/>
            <a:ext cx="2198427" cy="446217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22" name="Rounded Rectangle 221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23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4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5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6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7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8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29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0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231" name="Рисунок 13"/>
          <p:cNvSpPr>
            <a:spLocks noGrp="1" noChangeAspect="1"/>
          </p:cNvSpPr>
          <p:nvPr>
            <p:ph type="pic" sz="quarter" idx="143" hasCustomPrompt="1"/>
          </p:nvPr>
        </p:nvSpPr>
        <p:spPr>
          <a:xfrm>
            <a:off x="1787656" y="2668247"/>
            <a:ext cx="1914441" cy="338138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32" name="Group 231"/>
          <p:cNvGrpSpPr>
            <a:grpSpLocks noChangeAspect="1"/>
          </p:cNvGrpSpPr>
          <p:nvPr userDrawn="1"/>
        </p:nvGrpSpPr>
        <p:grpSpPr>
          <a:xfrm>
            <a:off x="4181122" y="-635300"/>
            <a:ext cx="2198427" cy="446217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33" name="Rounded Rectangle 232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34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5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6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7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8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39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0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1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242" name="Рисунок 13"/>
          <p:cNvSpPr>
            <a:spLocks noGrp="1" noChangeAspect="1"/>
          </p:cNvSpPr>
          <p:nvPr>
            <p:ph type="pic" sz="quarter" idx="144" hasCustomPrompt="1"/>
          </p:nvPr>
        </p:nvSpPr>
        <p:spPr>
          <a:xfrm>
            <a:off x="4323115" y="-104793"/>
            <a:ext cx="1914441" cy="338138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43" name="Group 242"/>
          <p:cNvGrpSpPr>
            <a:grpSpLocks noChangeAspect="1"/>
          </p:cNvGrpSpPr>
          <p:nvPr userDrawn="1"/>
        </p:nvGrpSpPr>
        <p:grpSpPr>
          <a:xfrm>
            <a:off x="4181122" y="4570965"/>
            <a:ext cx="2198427" cy="446217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44" name="Rounded Rectangle 243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45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6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7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8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49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50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51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252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253" name="Рисунок 13"/>
          <p:cNvSpPr>
            <a:spLocks noGrp="1" noChangeAspect="1"/>
          </p:cNvSpPr>
          <p:nvPr>
            <p:ph type="pic" sz="quarter" idx="145" hasCustomPrompt="1"/>
          </p:nvPr>
        </p:nvSpPr>
        <p:spPr>
          <a:xfrm>
            <a:off x="4323115" y="5101472"/>
            <a:ext cx="1914441" cy="338138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3_Devic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 userDrawn="1"/>
        </p:nvSpPr>
        <p:spPr>
          <a:xfrm>
            <a:off x="1016000" y="0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36" name="Прямая соединительная линия 46"/>
          <p:cNvCxnSpPr/>
          <p:nvPr userDrawn="1"/>
        </p:nvCxnSpPr>
        <p:spPr>
          <a:xfrm flipH="1">
            <a:off x="6567952" y="1357281"/>
            <a:ext cx="0" cy="36132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 userDrawn="1"/>
        </p:nvGrpSpPr>
        <p:grpSpPr>
          <a:xfrm>
            <a:off x="3832119" y="560825"/>
            <a:ext cx="5524894" cy="7854951"/>
            <a:chOff x="6481335" y="1097757"/>
            <a:chExt cx="5524894" cy="7854951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8" name="Rounded Rectangle 27"/>
            <p:cNvSpPr/>
            <p:nvPr/>
          </p:nvSpPr>
          <p:spPr>
            <a:xfrm>
              <a:off x="6615578" y="1200386"/>
              <a:ext cx="5258922" cy="7609968"/>
            </a:xfrm>
            <a:prstGeom prst="roundRect">
              <a:avLst>
                <a:gd name="adj" fmla="val 4592"/>
              </a:avLst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6481335" y="1097757"/>
              <a:ext cx="5524894" cy="7854951"/>
              <a:chOff x="6481335" y="1097757"/>
              <a:chExt cx="5524894" cy="7854951"/>
            </a:xfrm>
          </p:grpSpPr>
          <p:sp>
            <p:nvSpPr>
              <p:cNvPr id="33" name="Rounded Rectangle 32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lumMod val="95000"/>
                </a:schemeClr>
              </a:solidFill>
              <a:ln w="349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tx1">
                  <a:alpha val="90000"/>
                </a:schemeClr>
              </a:solidFill>
              <a:ln w="34925">
                <a:gradFill>
                  <a:gsLst>
                    <a:gs pos="97000">
                      <a:schemeClr val="tx1">
                        <a:lumMod val="75000"/>
                        <a:lumOff val="25000"/>
                      </a:schemeClr>
                    </a:gs>
                    <a:gs pos="94000">
                      <a:schemeClr val="bg1">
                        <a:lumMod val="65000"/>
                      </a:schemeClr>
                    </a:gs>
                    <a:gs pos="6000">
                      <a:schemeClr val="bg1">
                        <a:lumMod val="75000"/>
                      </a:schemeClr>
                    </a:gs>
                    <a:gs pos="4000">
                      <a:srgbClr val="797979"/>
                    </a:gs>
                    <a:gs pos="0">
                      <a:schemeClr val="bg1">
                        <a:lumMod val="85000"/>
                      </a:schemeClr>
                    </a:gs>
                    <a:gs pos="3000">
                      <a:schemeClr val="tx1">
                        <a:lumMod val="75000"/>
                        <a:lumOff val="25000"/>
                      </a:schemeClr>
                    </a:gs>
                    <a:gs pos="2000">
                      <a:schemeClr val="bg1"/>
                    </a:gs>
                    <a:gs pos="98000">
                      <a:schemeClr val="bg1"/>
                    </a:gs>
                    <a:gs pos="53000">
                      <a:schemeClr val="bg1">
                        <a:lumMod val="9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50" name="Овал 57"/>
              <p:cNvSpPr/>
              <p:nvPr/>
            </p:nvSpPr>
            <p:spPr>
              <a:xfrm flipH="1">
                <a:off x="9196460" y="1401453"/>
                <a:ext cx="94645" cy="92387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51" name="Овал 50"/>
              <p:cNvSpPr/>
              <p:nvPr/>
            </p:nvSpPr>
            <p:spPr>
              <a:xfrm>
                <a:off x="9038716" y="8378172"/>
                <a:ext cx="410131" cy="406782"/>
              </a:xfrm>
              <a:prstGeom prst="ellipse">
                <a:avLst/>
              </a:prstGeom>
              <a:gradFill>
                <a:gsLst>
                  <a:gs pos="0">
                    <a:schemeClr val="tx1">
                      <a:lumMod val="88000"/>
                      <a:lumOff val="12000"/>
                    </a:schemeClr>
                  </a:gs>
                  <a:gs pos="100000">
                    <a:schemeClr val="tx1"/>
                  </a:gs>
                </a:gsLst>
                <a:lin ang="15000000" scaled="0"/>
              </a:gradFill>
              <a:ln w="6350">
                <a:gradFill flip="none" rotWithShape="1">
                  <a:gsLst>
                    <a:gs pos="17000">
                      <a:schemeClr val="tx1">
                        <a:lumMod val="65000"/>
                        <a:lumOff val="35000"/>
                        <a:alpha val="31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  <a:alpha val="33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10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52" name="Rounded Rectangle 51"/>
              <p:cNvSpPr/>
              <p:nvPr/>
            </p:nvSpPr>
            <p:spPr>
              <a:xfrm>
                <a:off x="9183456" y="8521238"/>
                <a:ext cx="120650" cy="120650"/>
              </a:xfrm>
              <a:prstGeom prst="roundRect">
                <a:avLst/>
              </a:prstGeom>
              <a:noFill/>
              <a:ln w="1270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/>
                    </a:gs>
                  </a:gsLst>
                  <a:lin ang="2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</p:grpSp>
      </p:grpSp>
      <p:sp>
        <p:nvSpPr>
          <p:cNvPr id="53" name="Рисунок 13"/>
          <p:cNvSpPr>
            <a:spLocks noGrp="1"/>
          </p:cNvSpPr>
          <p:nvPr>
            <p:ph type="pic" sz="quarter" idx="68" hasCustomPrompt="1"/>
          </p:nvPr>
        </p:nvSpPr>
        <p:spPr>
          <a:xfrm>
            <a:off x="4142347" y="1119532"/>
            <a:ext cx="4904436" cy="6570576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solidFill>
              <a:srgbClr val="000000">
                <a:alpha val="30000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9944880" y="2854126"/>
            <a:ext cx="2489079" cy="505211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55" name="Rounded Rectangle 54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56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7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8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59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60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61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62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63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64" name="Рисунок 13"/>
          <p:cNvSpPr>
            <a:spLocks noGrp="1"/>
          </p:cNvSpPr>
          <p:nvPr>
            <p:ph type="pic" sz="quarter" idx="65" hasCustomPrompt="1"/>
          </p:nvPr>
        </p:nvSpPr>
        <p:spPr>
          <a:xfrm>
            <a:off x="10106801" y="3487871"/>
            <a:ext cx="2167548" cy="382843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217" name="Shape 41"/>
          <p:cNvSpPr>
            <a:spLocks noGrp="1"/>
          </p:cNvSpPr>
          <p:nvPr>
            <p:ph type="body" sz="quarter" idx="141" hasCustomPrompt="1"/>
          </p:nvPr>
        </p:nvSpPr>
        <p:spPr>
          <a:xfrm>
            <a:off x="1283110" y="3436332"/>
            <a:ext cx="2241755" cy="284891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218" name="Текст 7"/>
          <p:cNvSpPr>
            <a:spLocks noGrp="1"/>
          </p:cNvSpPr>
          <p:nvPr>
            <p:ph type="body" sz="quarter" idx="139" hasCustomPrompt="1"/>
          </p:nvPr>
        </p:nvSpPr>
        <p:spPr>
          <a:xfrm>
            <a:off x="1283110" y="559868"/>
            <a:ext cx="2241755" cy="555898"/>
          </a:xfrm>
        </p:spPr>
        <p:txBody>
          <a:bodyPr tIns="0" anchor="t">
            <a:no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defRPr lang="en-US" sz="105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/>
              <a:t>WRITE CAPTION HERE</a:t>
            </a:r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8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4_Devic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395"/>
          <p:cNvSpPr/>
          <p:nvPr userDrawn="1"/>
        </p:nvSpPr>
        <p:spPr>
          <a:xfrm>
            <a:off x="1016000" y="0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31" name="Group 30"/>
          <p:cNvGrpSpPr/>
          <p:nvPr userDrawn="1"/>
        </p:nvGrpSpPr>
        <p:grpSpPr>
          <a:xfrm>
            <a:off x="4893781" y="1145768"/>
            <a:ext cx="2444154" cy="4946650"/>
            <a:chOff x="889918" y="1073150"/>
            <a:chExt cx="2444531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32" name="Rounded Rectangle 31"/>
            <p:cNvSpPr/>
            <p:nvPr/>
          </p:nvSpPr>
          <p:spPr>
            <a:xfrm>
              <a:off x="1048562" y="1233758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889918" y="1073150"/>
              <a:ext cx="2444531" cy="4946650"/>
              <a:chOff x="2326834" y="1073150"/>
              <a:chExt cx="2444531" cy="4946650"/>
            </a:xfrm>
          </p:grpSpPr>
          <p:sp>
            <p:nvSpPr>
              <p:cNvPr id="34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35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37" name="Скругленный прямоугольник 51"/>
              <p:cNvSpPr/>
              <p:nvPr/>
            </p:nvSpPr>
            <p:spPr>
              <a:xfrm>
                <a:off x="4591064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38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41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42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noFill/>
              <a:ln w="3175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4500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  <a:gs pos="2000">
                      <a:srgbClr val="808080"/>
                    </a:gs>
                    <a:gs pos="96000">
                      <a:srgbClr val="808080"/>
                    </a:gs>
                    <a:gs pos="92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44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solidFill>
                <a:schemeClr val="bg1">
                  <a:alpha val="1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45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46" name="Straight Connector 45"/>
              <p:cNvCxnSpPr/>
              <p:nvPr/>
            </p:nvCxnSpPr>
            <p:spPr>
              <a:xfrm>
                <a:off x="4712494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2346721" y="1578945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4715351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2350727" y="5540841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oup 35"/>
          <p:cNvGrpSpPr/>
          <p:nvPr/>
        </p:nvGrpSpPr>
        <p:grpSpPr>
          <a:xfrm>
            <a:off x="8140031" y="1131083"/>
            <a:ext cx="5524894" cy="7854951"/>
            <a:chOff x="6481335" y="1097757"/>
            <a:chExt cx="5524894" cy="7854951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39" name="Rounded Rectangle 38"/>
            <p:cNvSpPr/>
            <p:nvPr/>
          </p:nvSpPr>
          <p:spPr>
            <a:xfrm>
              <a:off x="6615578" y="1200386"/>
              <a:ext cx="5258922" cy="7609968"/>
            </a:xfrm>
            <a:prstGeom prst="roundRect">
              <a:avLst>
                <a:gd name="adj" fmla="val 4592"/>
              </a:avLst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40" name="Group 39"/>
            <p:cNvGrpSpPr/>
            <p:nvPr/>
          </p:nvGrpSpPr>
          <p:grpSpPr>
            <a:xfrm>
              <a:off x="6481335" y="1097757"/>
              <a:ext cx="5524894" cy="7854951"/>
              <a:chOff x="6481335" y="1097757"/>
              <a:chExt cx="5524894" cy="7854951"/>
            </a:xfrm>
          </p:grpSpPr>
          <p:sp>
            <p:nvSpPr>
              <p:cNvPr id="43" name="Rounded Rectangle 42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lumMod val="95000"/>
                </a:schemeClr>
              </a:solidFill>
              <a:ln w="349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49" name="Rounded Rectangle 48"/>
              <p:cNvSpPr/>
              <p:nvPr/>
            </p:nvSpPr>
            <p:spPr>
              <a:xfrm>
                <a:off x="6481335" y="1097757"/>
                <a:ext cx="5524894" cy="7854951"/>
              </a:xfrm>
              <a:prstGeom prst="roundRect">
                <a:avLst>
                  <a:gd name="adj" fmla="val 5479"/>
                </a:avLst>
              </a:prstGeom>
              <a:solidFill>
                <a:schemeClr val="bg1">
                  <a:alpha val="90000"/>
                </a:schemeClr>
              </a:solidFill>
              <a:ln w="34925">
                <a:gradFill>
                  <a:gsLst>
                    <a:gs pos="97000">
                      <a:schemeClr val="tx1">
                        <a:lumMod val="75000"/>
                        <a:lumOff val="25000"/>
                      </a:schemeClr>
                    </a:gs>
                    <a:gs pos="94000">
                      <a:schemeClr val="bg1">
                        <a:lumMod val="65000"/>
                      </a:schemeClr>
                    </a:gs>
                    <a:gs pos="6000">
                      <a:schemeClr val="bg1">
                        <a:lumMod val="75000"/>
                      </a:schemeClr>
                    </a:gs>
                    <a:gs pos="4000">
                      <a:srgbClr val="797979"/>
                    </a:gs>
                    <a:gs pos="0">
                      <a:schemeClr val="bg1">
                        <a:lumMod val="85000"/>
                      </a:schemeClr>
                    </a:gs>
                    <a:gs pos="3000">
                      <a:schemeClr val="tx1">
                        <a:lumMod val="75000"/>
                        <a:lumOff val="25000"/>
                      </a:schemeClr>
                    </a:gs>
                    <a:gs pos="2000">
                      <a:schemeClr val="bg1"/>
                    </a:gs>
                    <a:gs pos="98000">
                      <a:schemeClr val="bg1"/>
                    </a:gs>
                    <a:gs pos="53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51" name="Овал 57"/>
              <p:cNvSpPr/>
              <p:nvPr/>
            </p:nvSpPr>
            <p:spPr>
              <a:xfrm flipH="1">
                <a:off x="9196460" y="1401453"/>
                <a:ext cx="94645" cy="92387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52" name="Овал 50"/>
              <p:cNvSpPr/>
              <p:nvPr/>
            </p:nvSpPr>
            <p:spPr>
              <a:xfrm>
                <a:off x="9038716" y="8378172"/>
                <a:ext cx="410131" cy="406782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57000"/>
                    </a:schemeClr>
                  </a:gs>
                  <a:gs pos="100000">
                    <a:schemeClr val="bg1">
                      <a:lumMod val="85000"/>
                      <a:alpha val="15000"/>
                    </a:schemeClr>
                  </a:gs>
                </a:gsLst>
                <a:lin ang="15000000" scaled="0"/>
              </a:gradFill>
              <a:ln w="6350">
                <a:gradFill flip="none" rotWithShape="1">
                  <a:gsLst>
                    <a:gs pos="17000">
                      <a:schemeClr val="tx1">
                        <a:lumMod val="65000"/>
                        <a:lumOff val="35000"/>
                        <a:alpha val="31000"/>
                      </a:schemeClr>
                    </a:gs>
                    <a:gs pos="71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65000"/>
                        <a:alpha val="3300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10000"/>
                      </a:schemeClr>
                    </a:gs>
                  </a:gsLst>
                  <a:lin ang="162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53" name="Rounded Rectangle 52"/>
              <p:cNvSpPr/>
              <p:nvPr/>
            </p:nvSpPr>
            <p:spPr>
              <a:xfrm>
                <a:off x="9183456" y="8521238"/>
                <a:ext cx="120650" cy="120650"/>
              </a:xfrm>
              <a:prstGeom prst="roundRect">
                <a:avLst/>
              </a:prstGeom>
              <a:noFill/>
              <a:ln w="1270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</p:grpSp>
      </p:grpSp>
      <p:sp>
        <p:nvSpPr>
          <p:cNvPr id="54" name="Рисунок 13"/>
          <p:cNvSpPr>
            <a:spLocks noGrp="1"/>
          </p:cNvSpPr>
          <p:nvPr>
            <p:ph type="pic" sz="quarter" idx="78" hasCustomPrompt="1"/>
          </p:nvPr>
        </p:nvSpPr>
        <p:spPr>
          <a:xfrm>
            <a:off x="8450261" y="1689790"/>
            <a:ext cx="4904436" cy="6570576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solidFill>
              <a:srgbClr val="000000">
                <a:alpha val="30000"/>
              </a:srgbClr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72" name="Picture Placeholder 71"/>
          <p:cNvSpPr>
            <a:spLocks noGrp="1"/>
          </p:cNvSpPr>
          <p:nvPr>
            <p:ph type="pic" sz="quarter" idx="64" hasCustomPrompt="1"/>
          </p:nvPr>
        </p:nvSpPr>
        <p:spPr>
          <a:xfrm>
            <a:off x="5037944" y="1297041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73" name="Group 72"/>
          <p:cNvGrpSpPr/>
          <p:nvPr/>
        </p:nvGrpSpPr>
        <p:grpSpPr>
          <a:xfrm>
            <a:off x="2028995" y="1134118"/>
            <a:ext cx="2061558" cy="4184372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96" name="Rounded Rectangle 95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97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98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99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00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01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02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03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04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105" name="Рисунок 13"/>
          <p:cNvSpPr>
            <a:spLocks noGrp="1"/>
          </p:cNvSpPr>
          <p:nvPr>
            <p:ph type="pic" sz="quarter" idx="65" hasCustomPrompt="1"/>
          </p:nvPr>
        </p:nvSpPr>
        <p:spPr>
          <a:xfrm>
            <a:off x="2178211" y="1640866"/>
            <a:ext cx="1795252" cy="3170865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234" name="Shape 41"/>
          <p:cNvSpPr>
            <a:spLocks noGrp="1"/>
          </p:cNvSpPr>
          <p:nvPr>
            <p:ph type="body" sz="quarter" idx="141" hasCustomPrompt="1"/>
          </p:nvPr>
        </p:nvSpPr>
        <p:spPr>
          <a:xfrm>
            <a:off x="2019970" y="576203"/>
            <a:ext cx="2056061" cy="41014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394" name="Shape 41"/>
          <p:cNvSpPr>
            <a:spLocks noGrp="1"/>
          </p:cNvSpPr>
          <p:nvPr>
            <p:ph type="body" sz="quarter" idx="142" hasCustomPrompt="1"/>
          </p:nvPr>
        </p:nvSpPr>
        <p:spPr>
          <a:xfrm>
            <a:off x="5061161" y="576203"/>
            <a:ext cx="2056061" cy="41014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395" name="Shape 41"/>
          <p:cNvSpPr>
            <a:spLocks noGrp="1"/>
          </p:cNvSpPr>
          <p:nvPr>
            <p:ph type="body" sz="quarter" idx="143" hasCustomPrompt="1"/>
          </p:nvPr>
        </p:nvSpPr>
        <p:spPr>
          <a:xfrm>
            <a:off x="8140031" y="576203"/>
            <a:ext cx="2056061" cy="410142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4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9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9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9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9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5_Device P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/>
          <p:nvPr userDrawn="1"/>
        </p:nvSpPr>
        <p:spPr>
          <a:xfrm>
            <a:off x="1016000" y="0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92" name="Прямая соединительная линия 46"/>
          <p:cNvCxnSpPr/>
          <p:nvPr userDrawn="1"/>
        </p:nvCxnSpPr>
        <p:spPr>
          <a:xfrm flipH="1">
            <a:off x="6096000" y="2345425"/>
            <a:ext cx="0" cy="36132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единительная линия 48"/>
          <p:cNvCxnSpPr/>
          <p:nvPr userDrawn="1"/>
        </p:nvCxnSpPr>
        <p:spPr>
          <a:xfrm flipH="1">
            <a:off x="8975189" y="6316811"/>
            <a:ext cx="0" cy="54119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 212"/>
          <p:cNvGrpSpPr/>
          <p:nvPr/>
        </p:nvGrpSpPr>
        <p:grpSpPr>
          <a:xfrm>
            <a:off x="1816102" y="3450166"/>
            <a:ext cx="2444532" cy="4946650"/>
            <a:chOff x="889918" y="1073150"/>
            <a:chExt cx="2444531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14" name="Rounded Rectangle 213"/>
            <p:cNvSpPr/>
            <p:nvPr/>
          </p:nvSpPr>
          <p:spPr>
            <a:xfrm>
              <a:off x="1048562" y="1233758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215" name="Group 214"/>
            <p:cNvGrpSpPr/>
            <p:nvPr/>
          </p:nvGrpSpPr>
          <p:grpSpPr>
            <a:xfrm>
              <a:off x="889918" y="1073150"/>
              <a:ext cx="2444531" cy="4946650"/>
              <a:chOff x="2326834" y="1073150"/>
              <a:chExt cx="2444531" cy="4946650"/>
            </a:xfrm>
          </p:grpSpPr>
          <p:sp>
            <p:nvSpPr>
              <p:cNvPr id="216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17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18" name="Скругленный прямоугольник 51"/>
              <p:cNvSpPr/>
              <p:nvPr/>
            </p:nvSpPr>
            <p:spPr>
              <a:xfrm>
                <a:off x="4591064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19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20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21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noFill/>
              <a:ln w="285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4500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  <a:gs pos="2000">
                      <a:srgbClr val="808080"/>
                    </a:gs>
                    <a:gs pos="96000">
                      <a:srgbClr val="808080"/>
                    </a:gs>
                    <a:gs pos="92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22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solidFill>
                <a:schemeClr val="bg1">
                  <a:alpha val="1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223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224" name="Straight Connector 223"/>
              <p:cNvCxnSpPr/>
              <p:nvPr/>
            </p:nvCxnSpPr>
            <p:spPr>
              <a:xfrm>
                <a:off x="4712494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/>
              <p:cNvCxnSpPr/>
              <p:nvPr/>
            </p:nvCxnSpPr>
            <p:spPr>
              <a:xfrm>
                <a:off x="2347097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/>
              <p:cNvCxnSpPr/>
              <p:nvPr/>
            </p:nvCxnSpPr>
            <p:spPr>
              <a:xfrm>
                <a:off x="4715351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/>
              <p:cNvCxnSpPr/>
              <p:nvPr/>
            </p:nvCxnSpPr>
            <p:spPr>
              <a:xfrm>
                <a:off x="2349954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8" name="Picture Placeholder 227"/>
          <p:cNvSpPr>
            <a:spLocks noGrp="1"/>
          </p:cNvSpPr>
          <p:nvPr>
            <p:ph type="pic" sz="quarter" idx="64" hasCustomPrompt="1"/>
          </p:nvPr>
        </p:nvSpPr>
        <p:spPr>
          <a:xfrm>
            <a:off x="1959986" y="3601440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29" name="Group 228"/>
          <p:cNvGrpSpPr/>
          <p:nvPr/>
        </p:nvGrpSpPr>
        <p:grpSpPr>
          <a:xfrm>
            <a:off x="4868866" y="5278540"/>
            <a:ext cx="2449294" cy="4946650"/>
            <a:chOff x="3729678" y="1073150"/>
            <a:chExt cx="2449294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30" name="Rounded Rectangle 229"/>
            <p:cNvSpPr/>
            <p:nvPr/>
          </p:nvSpPr>
          <p:spPr>
            <a:xfrm>
              <a:off x="3868411" y="1226223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231" name="Group 230"/>
            <p:cNvGrpSpPr/>
            <p:nvPr/>
          </p:nvGrpSpPr>
          <p:grpSpPr>
            <a:xfrm>
              <a:off x="3729678" y="1073150"/>
              <a:ext cx="2449294" cy="4946650"/>
              <a:chOff x="2326834" y="1073150"/>
              <a:chExt cx="2449294" cy="4946650"/>
            </a:xfrm>
          </p:grpSpPr>
          <p:sp>
            <p:nvSpPr>
              <p:cNvPr id="232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3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4" name="Скругленный прямоугольник 51"/>
              <p:cNvSpPr/>
              <p:nvPr/>
            </p:nvSpPr>
            <p:spPr>
              <a:xfrm>
                <a:off x="4595827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5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6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7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solidFill>
                <a:schemeClr val="bg1">
                  <a:alpha val="70000"/>
                </a:schemeClr>
              </a:solidFill>
              <a:ln w="28575">
                <a:gradFill>
                  <a:gsLst>
                    <a:gs pos="0">
                      <a:schemeClr val="bg1"/>
                    </a:gs>
                    <a:gs pos="10000">
                      <a:schemeClr val="bg1"/>
                    </a:gs>
                    <a:gs pos="100000">
                      <a:schemeClr val="bg1"/>
                    </a:gs>
                    <a:gs pos="90000">
                      <a:schemeClr val="bg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38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239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240" name="Straight Connector 239"/>
              <p:cNvCxnSpPr/>
              <p:nvPr/>
            </p:nvCxnSpPr>
            <p:spPr>
              <a:xfrm>
                <a:off x="4722018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/>
              <p:cNvCxnSpPr/>
              <p:nvPr/>
            </p:nvCxnSpPr>
            <p:spPr>
              <a:xfrm>
                <a:off x="2339954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/>
              <p:cNvCxnSpPr/>
              <p:nvPr/>
            </p:nvCxnSpPr>
            <p:spPr>
              <a:xfrm>
                <a:off x="4722494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/>
              <p:cNvCxnSpPr/>
              <p:nvPr/>
            </p:nvCxnSpPr>
            <p:spPr>
              <a:xfrm>
                <a:off x="2340430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4" name="Picture Placeholder 243"/>
          <p:cNvSpPr>
            <a:spLocks noGrp="1"/>
          </p:cNvSpPr>
          <p:nvPr>
            <p:ph type="pic" sz="quarter" idx="65" hasCustomPrompt="1"/>
          </p:nvPr>
        </p:nvSpPr>
        <p:spPr>
          <a:xfrm>
            <a:off x="5012750" y="5429813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45" name="Group 244"/>
          <p:cNvGrpSpPr/>
          <p:nvPr/>
        </p:nvGrpSpPr>
        <p:grpSpPr>
          <a:xfrm>
            <a:off x="7898532" y="3797705"/>
            <a:ext cx="2449294" cy="4946650"/>
            <a:chOff x="3729678" y="1073150"/>
            <a:chExt cx="2449294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46" name="Rounded Rectangle 245"/>
            <p:cNvSpPr/>
            <p:nvPr/>
          </p:nvSpPr>
          <p:spPr>
            <a:xfrm>
              <a:off x="3868411" y="1226223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247" name="Group 246"/>
            <p:cNvGrpSpPr/>
            <p:nvPr/>
          </p:nvGrpSpPr>
          <p:grpSpPr>
            <a:xfrm>
              <a:off x="3729678" y="1073150"/>
              <a:ext cx="2449294" cy="4946650"/>
              <a:chOff x="2326834" y="1073150"/>
              <a:chExt cx="2449294" cy="4946650"/>
            </a:xfrm>
          </p:grpSpPr>
          <p:sp>
            <p:nvSpPr>
              <p:cNvPr id="248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49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50" name="Скругленный прямоугольник 51"/>
              <p:cNvSpPr/>
              <p:nvPr/>
            </p:nvSpPr>
            <p:spPr>
              <a:xfrm>
                <a:off x="4595827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51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52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53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solidFill>
                <a:schemeClr val="bg1">
                  <a:alpha val="70000"/>
                </a:schemeClr>
              </a:solidFill>
              <a:ln w="28575">
                <a:gradFill>
                  <a:gsLst>
                    <a:gs pos="0">
                      <a:schemeClr val="bg1"/>
                    </a:gs>
                    <a:gs pos="10000">
                      <a:schemeClr val="bg1"/>
                    </a:gs>
                    <a:gs pos="100000">
                      <a:schemeClr val="bg1"/>
                    </a:gs>
                    <a:gs pos="90000">
                      <a:schemeClr val="bg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54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255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256" name="Straight Connector 255"/>
              <p:cNvCxnSpPr/>
              <p:nvPr/>
            </p:nvCxnSpPr>
            <p:spPr>
              <a:xfrm>
                <a:off x="4722018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/>
              <p:cNvCxnSpPr/>
              <p:nvPr/>
            </p:nvCxnSpPr>
            <p:spPr>
              <a:xfrm>
                <a:off x="2339954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/>
              <p:cNvCxnSpPr/>
              <p:nvPr/>
            </p:nvCxnSpPr>
            <p:spPr>
              <a:xfrm>
                <a:off x="4722494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/>
              <p:cNvCxnSpPr/>
              <p:nvPr/>
            </p:nvCxnSpPr>
            <p:spPr>
              <a:xfrm>
                <a:off x="2340430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60" name="Picture Placeholder 259"/>
          <p:cNvSpPr>
            <a:spLocks noGrp="1"/>
          </p:cNvSpPr>
          <p:nvPr>
            <p:ph type="pic" sz="quarter" idx="71" hasCustomPrompt="1"/>
          </p:nvPr>
        </p:nvSpPr>
        <p:spPr>
          <a:xfrm>
            <a:off x="8042416" y="3948978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62" name="Group 261"/>
          <p:cNvGrpSpPr/>
          <p:nvPr/>
        </p:nvGrpSpPr>
        <p:grpSpPr>
          <a:xfrm>
            <a:off x="7904777" y="-1817156"/>
            <a:ext cx="2444532" cy="4946650"/>
            <a:chOff x="889918" y="1073150"/>
            <a:chExt cx="2444531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63" name="Rounded Rectangle 262"/>
            <p:cNvSpPr/>
            <p:nvPr/>
          </p:nvSpPr>
          <p:spPr>
            <a:xfrm>
              <a:off x="1048562" y="1233758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264" name="Group 263"/>
            <p:cNvGrpSpPr/>
            <p:nvPr/>
          </p:nvGrpSpPr>
          <p:grpSpPr>
            <a:xfrm>
              <a:off x="889918" y="1073150"/>
              <a:ext cx="2444531" cy="4946650"/>
              <a:chOff x="2326834" y="1073150"/>
              <a:chExt cx="2444531" cy="4946650"/>
            </a:xfrm>
          </p:grpSpPr>
          <p:sp>
            <p:nvSpPr>
              <p:cNvPr id="265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66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67" name="Скругленный прямоугольник 51"/>
              <p:cNvSpPr/>
              <p:nvPr/>
            </p:nvSpPr>
            <p:spPr>
              <a:xfrm>
                <a:off x="4591064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68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69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70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noFill/>
              <a:ln w="28575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4500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  <a:gs pos="2000">
                      <a:srgbClr val="808080"/>
                    </a:gs>
                    <a:gs pos="96000">
                      <a:srgbClr val="808080"/>
                    </a:gs>
                    <a:gs pos="92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71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solidFill>
                <a:schemeClr val="bg1">
                  <a:alpha val="10000"/>
                </a:schemeClr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272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273" name="Straight Connector 272"/>
              <p:cNvCxnSpPr/>
              <p:nvPr/>
            </p:nvCxnSpPr>
            <p:spPr>
              <a:xfrm>
                <a:off x="4712494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/>
              <p:cNvCxnSpPr/>
              <p:nvPr/>
            </p:nvCxnSpPr>
            <p:spPr>
              <a:xfrm>
                <a:off x="2347097" y="1571734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/>
              <p:cNvCxnSpPr/>
              <p:nvPr/>
            </p:nvCxnSpPr>
            <p:spPr>
              <a:xfrm>
                <a:off x="4715689" y="5543515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/>
              <p:cNvCxnSpPr/>
              <p:nvPr/>
            </p:nvCxnSpPr>
            <p:spPr>
              <a:xfrm>
                <a:off x="2349954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Picture Placeholder 276"/>
          <p:cNvSpPr>
            <a:spLocks noGrp="1"/>
          </p:cNvSpPr>
          <p:nvPr>
            <p:ph type="pic" sz="quarter" idx="72" hasCustomPrompt="1"/>
          </p:nvPr>
        </p:nvSpPr>
        <p:spPr>
          <a:xfrm>
            <a:off x="8048661" y="-1665884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278" name="Group 277"/>
          <p:cNvGrpSpPr/>
          <p:nvPr/>
        </p:nvGrpSpPr>
        <p:grpSpPr>
          <a:xfrm>
            <a:off x="4870373" y="-376158"/>
            <a:ext cx="2449294" cy="4946650"/>
            <a:chOff x="3729678" y="1073150"/>
            <a:chExt cx="2449294" cy="4946650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279" name="Rounded Rectangle 278"/>
            <p:cNvSpPr/>
            <p:nvPr/>
          </p:nvSpPr>
          <p:spPr>
            <a:xfrm>
              <a:off x="3868411" y="1226223"/>
              <a:ext cx="2147239" cy="465242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grpSp>
          <p:nvGrpSpPr>
            <p:cNvPr id="280" name="Group 279"/>
            <p:cNvGrpSpPr/>
            <p:nvPr/>
          </p:nvGrpSpPr>
          <p:grpSpPr>
            <a:xfrm>
              <a:off x="3729678" y="1073150"/>
              <a:ext cx="2449294" cy="4946650"/>
              <a:chOff x="2326834" y="1073150"/>
              <a:chExt cx="2449294" cy="4946650"/>
            </a:xfrm>
          </p:grpSpPr>
          <p:sp>
            <p:nvSpPr>
              <p:cNvPr id="281" name="Скругленный прямоугольник 51"/>
              <p:cNvSpPr/>
              <p:nvPr/>
            </p:nvSpPr>
            <p:spPr>
              <a:xfrm>
                <a:off x="2326834" y="2095291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2" name="Скругленный прямоугольник 51"/>
              <p:cNvSpPr/>
              <p:nvPr/>
            </p:nvSpPr>
            <p:spPr>
              <a:xfrm>
                <a:off x="2326834" y="2553985"/>
                <a:ext cx="180301" cy="357521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3" name="Скругленный прямоугольник 51"/>
              <p:cNvSpPr/>
              <p:nvPr/>
            </p:nvSpPr>
            <p:spPr>
              <a:xfrm>
                <a:off x="4595827" y="2208369"/>
                <a:ext cx="180301" cy="599125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4" name="Скругленный прямоугольник 51"/>
              <p:cNvSpPr/>
              <p:nvPr/>
            </p:nvSpPr>
            <p:spPr>
              <a:xfrm>
                <a:off x="2326834" y="1742866"/>
                <a:ext cx="180301" cy="197853"/>
              </a:xfrm>
              <a:prstGeom prst="roundRect">
                <a:avLst/>
              </a:prstGeom>
              <a:gradFill>
                <a:gsLst>
                  <a:gs pos="90000">
                    <a:srgbClr val="A6A6A6"/>
                  </a:gs>
                  <a:gs pos="6000">
                    <a:schemeClr val="tx1">
                      <a:lumMod val="65000"/>
                      <a:lumOff val="35000"/>
                    </a:schemeClr>
                  </a:gs>
                  <a:gs pos="15000">
                    <a:srgbClr val="CCCCCC"/>
                  </a:gs>
                  <a:gs pos="65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5" name="Скругленный прямоугольник 54"/>
              <p:cNvSpPr/>
              <p:nvPr/>
            </p:nvSpPr>
            <p:spPr>
              <a:xfrm>
                <a:off x="2339842" y="1073150"/>
                <a:ext cx="2417895" cy="49466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6" name="Скругленный прямоугольник 54"/>
              <p:cNvSpPr/>
              <p:nvPr/>
            </p:nvSpPr>
            <p:spPr>
              <a:xfrm>
                <a:off x="2364581" y="1097757"/>
                <a:ext cx="2369343" cy="4895850"/>
              </a:xfrm>
              <a:prstGeom prst="roundRect">
                <a:avLst>
                  <a:gd name="adj" fmla="val 16167"/>
                </a:avLst>
              </a:prstGeom>
              <a:solidFill>
                <a:schemeClr val="bg1">
                  <a:alpha val="70000"/>
                </a:schemeClr>
              </a:solidFill>
              <a:ln w="28575">
                <a:gradFill>
                  <a:gsLst>
                    <a:gs pos="0">
                      <a:schemeClr val="bg1"/>
                    </a:gs>
                    <a:gs pos="10000">
                      <a:schemeClr val="bg1"/>
                    </a:gs>
                    <a:gs pos="100000">
                      <a:schemeClr val="bg1"/>
                    </a:gs>
                    <a:gs pos="90000">
                      <a:schemeClr val="bg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sp>
            <p:nvSpPr>
              <p:cNvPr id="287" name="Овал 57"/>
              <p:cNvSpPr/>
              <p:nvPr/>
            </p:nvSpPr>
            <p:spPr>
              <a:xfrm flipH="1">
                <a:off x="3784134" y="1246808"/>
                <a:ext cx="59518" cy="58098"/>
              </a:xfrm>
              <a:prstGeom prst="ellipse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5"/>
                  <a:t> </a:t>
                </a:r>
                <a:endParaRPr lang="en-US" sz="905"/>
              </a:p>
            </p:txBody>
          </p:sp>
          <p:sp>
            <p:nvSpPr>
              <p:cNvPr id="288" name="Скругленный прямоугольник 56"/>
              <p:cNvSpPr/>
              <p:nvPr/>
            </p:nvSpPr>
            <p:spPr>
              <a:xfrm>
                <a:off x="3396343" y="1252998"/>
                <a:ext cx="295988" cy="45719"/>
              </a:xfrm>
              <a:prstGeom prst="roundRect">
                <a:avLst/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0">
                    <a:schemeClr val="tx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5"/>
              </a:p>
            </p:txBody>
          </p:sp>
          <p:cxnSp>
            <p:nvCxnSpPr>
              <p:cNvPr id="289" name="Straight Connector 288"/>
              <p:cNvCxnSpPr/>
              <p:nvPr/>
            </p:nvCxnSpPr>
            <p:spPr>
              <a:xfrm>
                <a:off x="4720859" y="157763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/>
            </p:nvCxnSpPr>
            <p:spPr>
              <a:xfrm>
                <a:off x="2348323" y="1589303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/>
              <p:cNvCxnSpPr/>
              <p:nvPr/>
            </p:nvCxnSpPr>
            <p:spPr>
              <a:xfrm>
                <a:off x="4722494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/>
              <p:cNvCxnSpPr/>
              <p:nvPr/>
            </p:nvCxnSpPr>
            <p:spPr>
              <a:xfrm>
                <a:off x="2340430" y="5525556"/>
                <a:ext cx="35719" cy="209"/>
              </a:xfrm>
              <a:prstGeom prst="line">
                <a:avLst/>
              </a:prstGeom>
              <a:ln w="508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3" name="Picture Placeholder 292"/>
          <p:cNvSpPr>
            <a:spLocks noGrp="1"/>
          </p:cNvSpPr>
          <p:nvPr>
            <p:ph type="pic" sz="quarter" idx="73" hasCustomPrompt="1"/>
          </p:nvPr>
        </p:nvSpPr>
        <p:spPr>
          <a:xfrm>
            <a:off x="5014257" y="-224885"/>
            <a:ext cx="2147240" cy="4652423"/>
          </a:xfrm>
          <a:custGeom>
            <a:avLst/>
            <a:gdLst>
              <a:gd name="connsiteX0" fmla="*/ 231213 w 2147239"/>
              <a:gd name="connsiteY0" fmla="*/ 0 h 4652423"/>
              <a:gd name="connsiteX1" fmla="*/ 478306 w 2147239"/>
              <a:gd name="connsiteY1" fmla="*/ 0 h 4652423"/>
              <a:gd name="connsiteX2" fmla="*/ 478306 w 2147239"/>
              <a:gd name="connsiteY2" fmla="*/ 24937 h 4652423"/>
              <a:gd name="connsiteX3" fmla="*/ 629122 w 2147239"/>
              <a:gd name="connsiteY3" fmla="*/ 175753 h 4652423"/>
              <a:gd name="connsiteX4" fmla="*/ 1518115 w 2147239"/>
              <a:gd name="connsiteY4" fmla="*/ 175753 h 4652423"/>
              <a:gd name="connsiteX5" fmla="*/ 1668931 w 2147239"/>
              <a:gd name="connsiteY5" fmla="*/ 24937 h 4652423"/>
              <a:gd name="connsiteX6" fmla="*/ 1668931 w 2147239"/>
              <a:gd name="connsiteY6" fmla="*/ 0 h 4652423"/>
              <a:gd name="connsiteX7" fmla="*/ 1916094 w 2147239"/>
              <a:gd name="connsiteY7" fmla="*/ 0 h 4652423"/>
              <a:gd name="connsiteX8" fmla="*/ 2147239 w 2147239"/>
              <a:gd name="connsiteY8" fmla="*/ 231145 h 4652423"/>
              <a:gd name="connsiteX9" fmla="*/ 2147239 w 2147239"/>
              <a:gd name="connsiteY9" fmla="*/ 2061228 h 4652423"/>
              <a:gd name="connsiteX10" fmla="*/ 2147239 w 2147239"/>
              <a:gd name="connsiteY10" fmla="*/ 2590554 h 4652423"/>
              <a:gd name="connsiteX11" fmla="*/ 2147239 w 2147239"/>
              <a:gd name="connsiteY11" fmla="*/ 4420637 h 4652423"/>
              <a:gd name="connsiteX12" fmla="*/ 1916094 w 2147239"/>
              <a:gd name="connsiteY12" fmla="*/ 4651782 h 4652423"/>
              <a:gd name="connsiteX13" fmla="*/ 1158870 w 2147239"/>
              <a:gd name="connsiteY13" fmla="*/ 4651782 h 4652423"/>
              <a:gd name="connsiteX14" fmla="*/ 1155695 w 2147239"/>
              <a:gd name="connsiteY14" fmla="*/ 4652423 h 4652423"/>
              <a:gd name="connsiteX15" fmla="*/ 231145 w 2147239"/>
              <a:gd name="connsiteY15" fmla="*/ 4652423 h 4652423"/>
              <a:gd name="connsiteX16" fmla="*/ 0 w 2147239"/>
              <a:gd name="connsiteY16" fmla="*/ 4421278 h 4652423"/>
              <a:gd name="connsiteX17" fmla="*/ 0 w 2147239"/>
              <a:gd name="connsiteY17" fmla="*/ 2061869 h 4652423"/>
              <a:gd name="connsiteX18" fmla="*/ 68 w 2147239"/>
              <a:gd name="connsiteY18" fmla="*/ 2061195 h 4652423"/>
              <a:gd name="connsiteX19" fmla="*/ 68 w 2147239"/>
              <a:gd name="connsiteY19" fmla="*/ 231145 h 4652423"/>
              <a:gd name="connsiteX20" fmla="*/ 231213 w 2147239"/>
              <a:gd name="connsiteY20" fmla="*/ 0 h 465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47239" h="4652423">
                <a:moveTo>
                  <a:pt x="231213" y="0"/>
                </a:moveTo>
                <a:lnTo>
                  <a:pt x="478306" y="0"/>
                </a:lnTo>
                <a:lnTo>
                  <a:pt x="478306" y="24937"/>
                </a:lnTo>
                <a:cubicBezTo>
                  <a:pt x="478306" y="108230"/>
                  <a:pt x="545829" y="175753"/>
                  <a:pt x="629122" y="175753"/>
                </a:cubicBezTo>
                <a:lnTo>
                  <a:pt x="1518115" y="175753"/>
                </a:lnTo>
                <a:cubicBezTo>
                  <a:pt x="1601408" y="175753"/>
                  <a:pt x="1668931" y="108230"/>
                  <a:pt x="1668931" y="24937"/>
                </a:cubicBezTo>
                <a:lnTo>
                  <a:pt x="1668931" y="0"/>
                </a:lnTo>
                <a:lnTo>
                  <a:pt x="1916094" y="0"/>
                </a:lnTo>
                <a:cubicBezTo>
                  <a:pt x="2043752" y="0"/>
                  <a:pt x="2147239" y="103487"/>
                  <a:pt x="2147239" y="231145"/>
                </a:cubicBezTo>
                <a:lnTo>
                  <a:pt x="2147239" y="2061228"/>
                </a:lnTo>
                <a:lnTo>
                  <a:pt x="2147239" y="2590554"/>
                </a:lnTo>
                <a:lnTo>
                  <a:pt x="2147239" y="4420637"/>
                </a:lnTo>
                <a:cubicBezTo>
                  <a:pt x="2147239" y="4548295"/>
                  <a:pt x="2043752" y="4651782"/>
                  <a:pt x="1916094" y="4651782"/>
                </a:cubicBezTo>
                <a:lnTo>
                  <a:pt x="1158870" y="4651782"/>
                </a:lnTo>
                <a:lnTo>
                  <a:pt x="1155695" y="4652423"/>
                </a:lnTo>
                <a:lnTo>
                  <a:pt x="231145" y="4652423"/>
                </a:lnTo>
                <a:cubicBezTo>
                  <a:pt x="103487" y="4652423"/>
                  <a:pt x="0" y="4548936"/>
                  <a:pt x="0" y="4421278"/>
                </a:cubicBezTo>
                <a:lnTo>
                  <a:pt x="0" y="2061869"/>
                </a:lnTo>
                <a:lnTo>
                  <a:pt x="68" y="2061195"/>
                </a:lnTo>
                <a:lnTo>
                  <a:pt x="68" y="231145"/>
                </a:lnTo>
                <a:cubicBezTo>
                  <a:pt x="68" y="103487"/>
                  <a:pt x="103555" y="0"/>
                  <a:pt x="231213" y="0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6AC89075-DE69-4485-9579-FB170A9F89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6_Devic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Прямая соединительная линия 48"/>
          <p:cNvCxnSpPr/>
          <p:nvPr userDrawn="1"/>
        </p:nvCxnSpPr>
        <p:spPr>
          <a:xfrm flipH="1">
            <a:off x="8827704" y="5918601"/>
            <a:ext cx="0" cy="54119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2680217" y="4422070"/>
            <a:ext cx="244511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108" name="Group 107"/>
          <p:cNvGrpSpPr/>
          <p:nvPr/>
        </p:nvGrpSpPr>
        <p:grpSpPr>
          <a:xfrm>
            <a:off x="1566373" y="2881571"/>
            <a:ext cx="2489079" cy="505211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109" name="Rounded Rectangle 108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10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1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2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3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4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5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6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17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118" name="Рисунок 13"/>
          <p:cNvSpPr>
            <a:spLocks noGrp="1"/>
          </p:cNvSpPr>
          <p:nvPr>
            <p:ph type="pic" sz="quarter" idx="65" hasCustomPrompt="1"/>
          </p:nvPr>
        </p:nvSpPr>
        <p:spPr>
          <a:xfrm>
            <a:off x="1728293" y="3515317"/>
            <a:ext cx="2167548" cy="382843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119" name="Group 118"/>
          <p:cNvGrpSpPr/>
          <p:nvPr/>
        </p:nvGrpSpPr>
        <p:grpSpPr>
          <a:xfrm>
            <a:off x="4857616" y="2881571"/>
            <a:ext cx="2489079" cy="505211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120" name="Rounded Rectangle 119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21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2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3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4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5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6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7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28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141" name="Рисунок 13"/>
          <p:cNvSpPr>
            <a:spLocks noGrp="1"/>
          </p:cNvSpPr>
          <p:nvPr>
            <p:ph type="pic" sz="quarter" idx="83" hasCustomPrompt="1"/>
          </p:nvPr>
        </p:nvSpPr>
        <p:spPr>
          <a:xfrm>
            <a:off x="5019538" y="3515317"/>
            <a:ext cx="2167548" cy="382843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grpSp>
        <p:nvGrpSpPr>
          <p:cNvPr id="142" name="Group 141"/>
          <p:cNvGrpSpPr/>
          <p:nvPr/>
        </p:nvGrpSpPr>
        <p:grpSpPr>
          <a:xfrm>
            <a:off x="8108365" y="2881571"/>
            <a:ext cx="2489079" cy="5052118"/>
            <a:chOff x="2022591" y="1131543"/>
            <a:chExt cx="2489079" cy="5052118"/>
          </a:xfrm>
          <a:effectLst>
            <a:outerShdw blurRad="1270000" dist="889000" dir="2400000" algn="tl" rotWithShape="0">
              <a:schemeClr val="tx2">
                <a:lumMod val="50000"/>
                <a:alpha val="40000"/>
              </a:schemeClr>
            </a:outerShdw>
          </a:effectLst>
        </p:grpSpPr>
        <p:sp>
          <p:nvSpPr>
            <p:cNvPr id="143" name="Rounded Rectangle 142"/>
            <p:cNvSpPr/>
            <p:nvPr/>
          </p:nvSpPr>
          <p:spPr>
            <a:xfrm>
              <a:off x="2191496" y="1319871"/>
              <a:ext cx="2197302" cy="476089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444500" dist="3810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44" name="Скругленный прямоугольник 51"/>
            <p:cNvSpPr/>
            <p:nvPr/>
          </p:nvSpPr>
          <p:spPr>
            <a:xfrm>
              <a:off x="2027671" y="3005507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45" name="Скругленный прямоугольник 51"/>
            <p:cNvSpPr/>
            <p:nvPr/>
          </p:nvSpPr>
          <p:spPr>
            <a:xfrm>
              <a:off x="2022591" y="1800282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46" name="Скругленный прямоугольник 51"/>
            <p:cNvSpPr/>
            <p:nvPr/>
          </p:nvSpPr>
          <p:spPr>
            <a:xfrm>
              <a:off x="2022591" y="2402894"/>
              <a:ext cx="184505" cy="365857"/>
            </a:xfrm>
            <a:prstGeom prst="roundRect">
              <a:avLst/>
            </a:prstGeom>
            <a:gradFill>
              <a:gsLst>
                <a:gs pos="90000">
                  <a:srgbClr val="A6A6A6"/>
                </a:gs>
                <a:gs pos="6000">
                  <a:schemeClr val="tx1">
                    <a:lumMod val="65000"/>
                    <a:lumOff val="35000"/>
                  </a:schemeClr>
                </a:gs>
                <a:gs pos="15000">
                  <a:srgbClr val="CCCCCC"/>
                </a:gs>
                <a:gs pos="65000">
                  <a:schemeClr val="bg1">
                    <a:lumMod val="95000"/>
                  </a:schemeClr>
                </a:gs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47" name="Скругленный прямоугольник 42"/>
            <p:cNvSpPr/>
            <p:nvPr/>
          </p:nvSpPr>
          <p:spPr>
            <a:xfrm>
              <a:off x="2046389" y="1131543"/>
              <a:ext cx="2465281" cy="5052118"/>
            </a:xfrm>
            <a:prstGeom prst="roundRect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rgbClr val="EDEDF3"/>
                  </a:gs>
                  <a:gs pos="3000">
                    <a:srgbClr val="000000">
                      <a:alpha val="29000"/>
                    </a:srgbClr>
                  </a:gs>
                  <a:gs pos="7000">
                    <a:srgbClr val="DADAE2"/>
                  </a:gs>
                  <a:gs pos="100000">
                    <a:srgbClr val="EDEDF3"/>
                  </a:gs>
                  <a:gs pos="81000">
                    <a:srgbClr val="DADAE2"/>
                  </a:gs>
                  <a:gs pos="97000">
                    <a:srgbClr val="8A8A92">
                      <a:alpha val="40000"/>
                    </a:srgbClr>
                  </a:gs>
                  <a:gs pos="50000">
                    <a:srgbClr val="EDEDF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48" name="Овал 50"/>
            <p:cNvSpPr/>
            <p:nvPr/>
          </p:nvSpPr>
          <p:spPr>
            <a:xfrm>
              <a:off x="3073964" y="5688313"/>
              <a:ext cx="410131" cy="406782"/>
            </a:xfrm>
            <a:prstGeom prst="ellipse">
              <a:avLst/>
            </a:prstGeom>
            <a:noFill/>
            <a:ln w="15875">
              <a:gradFill flip="none" rotWithShape="1">
                <a:gsLst>
                  <a:gs pos="32000">
                    <a:schemeClr val="tx1">
                      <a:lumMod val="65000"/>
                      <a:lumOff val="35000"/>
                    </a:schemeClr>
                  </a:gs>
                  <a:gs pos="71000">
                    <a:schemeClr val="bg1">
                      <a:lumMod val="95000"/>
                    </a:schemeClr>
                  </a:gs>
                  <a:gs pos="0">
                    <a:schemeClr val="bg1">
                      <a:lumMod val="6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49" name="Скругленный прямоугольник 51"/>
            <p:cNvSpPr/>
            <p:nvPr/>
          </p:nvSpPr>
          <p:spPr>
            <a:xfrm>
              <a:off x="2965000" y="1446310"/>
              <a:ext cx="628058" cy="45719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50" name="Овал 52"/>
            <p:cNvSpPr/>
            <p:nvPr/>
          </p:nvSpPr>
          <p:spPr>
            <a:xfrm flipH="1">
              <a:off x="2752637" y="1440121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  <p:sp>
          <p:nvSpPr>
            <p:cNvPr id="151" name="Овал 53"/>
            <p:cNvSpPr/>
            <p:nvPr/>
          </p:nvSpPr>
          <p:spPr>
            <a:xfrm flipH="1">
              <a:off x="3249270" y="1259878"/>
              <a:ext cx="59518" cy="58098"/>
            </a:xfrm>
            <a:prstGeom prst="ellipse">
              <a:avLst/>
            </a:prstGeom>
            <a:gradFill>
              <a:gsLst>
                <a:gs pos="0">
                  <a:schemeClr val="bg1">
                    <a:lumMod val="6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</a:gra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5"/>
            </a:p>
          </p:txBody>
        </p:sp>
      </p:grpSp>
      <p:sp>
        <p:nvSpPr>
          <p:cNvPr id="152" name="Рисунок 13"/>
          <p:cNvSpPr>
            <a:spLocks noGrp="1"/>
          </p:cNvSpPr>
          <p:nvPr>
            <p:ph type="pic" sz="quarter" idx="84" hasCustomPrompt="1"/>
          </p:nvPr>
        </p:nvSpPr>
        <p:spPr>
          <a:xfrm>
            <a:off x="8270285" y="3515317"/>
            <a:ext cx="2167548" cy="3828432"/>
          </a:xfrm>
          <a:prstGeom prst="rect">
            <a:avLst/>
          </a:prstGeom>
          <a:solidFill>
            <a:schemeClr val="tx1">
              <a:alpha val="10000"/>
            </a:schemeClr>
          </a:solidFill>
          <a:ln w="31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200" b="0" spc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Drop your image here</a:t>
            </a:r>
            <a:endParaRPr lang="en-US"/>
          </a:p>
        </p:txBody>
      </p:sp>
      <p:sp>
        <p:nvSpPr>
          <p:cNvPr id="255" name="Shape 41"/>
          <p:cNvSpPr>
            <a:spLocks noGrp="1"/>
          </p:cNvSpPr>
          <p:nvPr>
            <p:ph type="body" sz="quarter" idx="141" hasCustomPrompt="1"/>
          </p:nvPr>
        </p:nvSpPr>
        <p:spPr>
          <a:xfrm>
            <a:off x="1307648" y="1325397"/>
            <a:ext cx="3065992" cy="1222072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256" name="Shape 17"/>
          <p:cNvSpPr>
            <a:spLocks noGrp="1"/>
          </p:cNvSpPr>
          <p:nvPr>
            <p:ph type="body" sz="quarter" idx="142" hasCustomPrompt="1"/>
          </p:nvPr>
        </p:nvSpPr>
        <p:spPr>
          <a:xfrm>
            <a:off x="1307648" y="753986"/>
            <a:ext cx="3065992" cy="507922"/>
          </a:xfrm>
          <a:prstGeom prst="rect">
            <a:avLst/>
          </a:prstGeom>
        </p:spPr>
        <p:txBody>
          <a:bodyPr wrap="square" lIns="0" tIns="0" rIns="0" bIns="10800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ct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/>
              <a:t>H3 TITLE HERE</a:t>
            </a:r>
            <a:endParaRPr lang="nl-NL"/>
          </a:p>
        </p:txBody>
      </p:sp>
      <p:sp>
        <p:nvSpPr>
          <p:cNvPr id="257" name="Shape 41"/>
          <p:cNvSpPr>
            <a:spLocks noGrp="1"/>
          </p:cNvSpPr>
          <p:nvPr>
            <p:ph type="body" sz="quarter" idx="143" hasCustomPrompt="1"/>
          </p:nvPr>
        </p:nvSpPr>
        <p:spPr>
          <a:xfrm>
            <a:off x="4567160" y="1324257"/>
            <a:ext cx="3065992" cy="122270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258" name="Shape 17"/>
          <p:cNvSpPr>
            <a:spLocks noGrp="1"/>
          </p:cNvSpPr>
          <p:nvPr>
            <p:ph type="body" sz="quarter" idx="144" hasCustomPrompt="1"/>
          </p:nvPr>
        </p:nvSpPr>
        <p:spPr>
          <a:xfrm>
            <a:off x="4567160" y="752844"/>
            <a:ext cx="3065992" cy="507922"/>
          </a:xfrm>
          <a:prstGeom prst="rect">
            <a:avLst/>
          </a:prstGeom>
        </p:spPr>
        <p:txBody>
          <a:bodyPr wrap="square" lIns="0" tIns="0" rIns="0" bIns="10800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ct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/>
              <a:t>H3 TITLE HERE</a:t>
            </a:r>
            <a:endParaRPr lang="nl-NL"/>
          </a:p>
        </p:txBody>
      </p:sp>
      <p:sp>
        <p:nvSpPr>
          <p:cNvPr id="259" name="Shape 41"/>
          <p:cNvSpPr>
            <a:spLocks noGrp="1"/>
          </p:cNvSpPr>
          <p:nvPr>
            <p:ph type="body" sz="quarter" idx="145" hasCustomPrompt="1"/>
          </p:nvPr>
        </p:nvSpPr>
        <p:spPr>
          <a:xfrm>
            <a:off x="7826672" y="1324257"/>
            <a:ext cx="3065992" cy="122270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ctr" defTabSz="914400">
              <a:lnSpc>
                <a:spcPct val="150000"/>
              </a:lnSpc>
              <a:spcBef>
                <a:spcPts val="1000"/>
              </a:spcBef>
              <a:defRPr sz="105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/>
              <a:t>Write small text here</a:t>
            </a:r>
            <a:endParaRPr lang="en-US"/>
          </a:p>
        </p:txBody>
      </p:sp>
      <p:sp>
        <p:nvSpPr>
          <p:cNvPr id="260" name="Shape 17"/>
          <p:cNvSpPr>
            <a:spLocks noGrp="1"/>
          </p:cNvSpPr>
          <p:nvPr>
            <p:ph type="body" sz="quarter" idx="146" hasCustomPrompt="1"/>
          </p:nvPr>
        </p:nvSpPr>
        <p:spPr>
          <a:xfrm>
            <a:off x="7826672" y="752844"/>
            <a:ext cx="3065992" cy="507922"/>
          </a:xfrm>
          <a:prstGeom prst="rect">
            <a:avLst/>
          </a:prstGeom>
        </p:spPr>
        <p:txBody>
          <a:bodyPr wrap="square" lIns="0" tIns="0" rIns="0" bIns="108000" anchor="b" anchorCtr="0">
            <a:normAutofit/>
          </a:bodyPr>
          <a:lstStyle>
            <a:lvl1pPr algn="ctr" defTabSz="914400">
              <a:lnSpc>
                <a:spcPct val="100000"/>
              </a:lnSpc>
              <a:spcBef>
                <a:spcPct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/>
              <a:t>H3 TITLE HERE</a:t>
            </a:r>
            <a:endParaRPr lang="nl-NL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6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0" Type="http://schemas.openxmlformats.org/officeDocument/2006/relationships/theme" Target="../theme/theme4.xml"/><Relationship Id="rId2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6A458-23E8-4805-9F00-53A764766D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E6EAE-0258-42D9-A017-638E3B750D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6"/>
          <p:cNvSpPr>
            <a:spLocks noGrp="1"/>
          </p:cNvSpPr>
          <p:nvPr>
            <p:ph type="body" idx="1"/>
          </p:nvPr>
        </p:nvSpPr>
        <p:spPr>
          <a:xfrm>
            <a:off x="2032000" y="2526912"/>
            <a:ext cx="9144001" cy="318549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H2 Heading</a:t>
            </a:r>
            <a:endParaRPr lang="en-US" dirty="0"/>
          </a:p>
          <a:p>
            <a:pPr lvl="1"/>
            <a:r>
              <a:rPr lang="en-US" dirty="0"/>
              <a:t>H3 Heading</a:t>
            </a:r>
            <a:endParaRPr lang="en-US" dirty="0"/>
          </a:p>
          <a:p>
            <a:pPr marL="0" marR="0" lvl="2" indent="0" algn="l" defTabSz="4572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/>
              <a:t>H4 Heading</a:t>
            </a:r>
            <a:endParaRPr lang="en-US" dirty="0"/>
          </a:p>
          <a:p>
            <a:pPr marL="0" marR="0" lvl="2" indent="0" algn="l" defTabSz="4572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dirty="0"/>
          </a:p>
          <a:p>
            <a:pPr marL="0" marR="0" lvl="3" indent="0" algn="l" defTabSz="4572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/>
              <a:t>Caption</a:t>
            </a:r>
            <a:endParaRPr lang="en-US" dirty="0"/>
          </a:p>
          <a:p>
            <a:pPr marL="0" marR="0" lvl="4" indent="0" algn="l" defTabSz="4572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/>
              <a:t>Body</a:t>
            </a:r>
            <a:endParaRPr lang="en-US" dirty="0"/>
          </a:p>
          <a:p>
            <a:pPr marL="0" marR="0" lvl="5" indent="0" algn="l" defTabSz="4572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/>
              <a:t>Small Body</a:t>
            </a:r>
            <a:endParaRPr lang="en-US" dirty="0"/>
          </a:p>
          <a:p>
            <a:pPr marL="142875" marR="0" lvl="6" indent="-142875" algn="l" defTabSz="4572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7" name="Заголовок 17"/>
          <p:cNvSpPr>
            <a:spLocks noGrp="1"/>
          </p:cNvSpPr>
          <p:nvPr>
            <p:ph type="title"/>
          </p:nvPr>
        </p:nvSpPr>
        <p:spPr>
          <a:xfrm>
            <a:off x="2032000" y="1130682"/>
            <a:ext cx="9144001" cy="115496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nl-NL" dirty="0"/>
              <a:t>H1 Heading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ransition spd="slow">
    <p:push dir="u"/>
  </p:transition>
  <p:hf hdr="0" ftr="0" dt="0"/>
  <p:txStyles>
    <p:titleStyle>
      <a:lvl1pPr algn="l" defTabSz="906780" rtl="0" eaLnBrk="1" latinLnBrk="0" hangingPunct="1">
        <a:lnSpc>
          <a:spcPct val="90000"/>
        </a:lnSpc>
        <a:spcBef>
          <a:spcPct val="0"/>
        </a:spcBef>
        <a:buNone/>
        <a:defRPr sz="665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marR="0" indent="0" algn="l" defTabSz="906780" rtl="0" eaLnBrk="1" fontAlgn="auto" latinLnBrk="0" hangingPunct="1">
        <a:lnSpc>
          <a:spcPct val="100000"/>
        </a:lnSpc>
        <a:spcBef>
          <a:spcPts val="495"/>
        </a:spcBef>
        <a:spcAft>
          <a:spcPct val="0"/>
        </a:spcAft>
        <a:buClrTx/>
        <a:buSzTx/>
        <a:buFontTx/>
        <a:buNone/>
        <a:defRPr sz="1005" kern="1200">
          <a:solidFill>
            <a:schemeClr val="tx1">
              <a:lumMod val="95000"/>
              <a:lumOff val="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0" algn="l" defTabSz="447040" rtl="0" eaLnBrk="1" latinLnBrk="0" hangingPunct="1">
        <a:lnSpc>
          <a:spcPct val="100000"/>
        </a:lnSpc>
        <a:spcBef>
          <a:spcPts val="495"/>
        </a:spcBef>
        <a:buSzTx/>
        <a:buFontTx/>
        <a:buNone/>
        <a:defRPr sz="1805" b="1" kern="1200" baseline="0">
          <a:solidFill>
            <a:schemeClr val="tx1">
              <a:lumMod val="95000"/>
              <a:lumOff val="5000"/>
            </a:schemeClr>
          </a:solidFill>
          <a:latin typeface="微软雅黑" panose="020B0503020204020204" pitchFamily="34" charset="-122"/>
          <a:ea typeface="Open Sans" panose="020B0606030504020204" pitchFamily="34" charset="0"/>
          <a:cs typeface="Open Sans" panose="020B0606030504020204" pitchFamily="34" charset="0"/>
        </a:defRPr>
      </a:lvl2pPr>
      <a:lvl3pPr marL="0" indent="0" algn="l" defTabSz="447040" rtl="0" eaLnBrk="1" latinLnBrk="0" hangingPunct="1">
        <a:lnSpc>
          <a:spcPct val="150000"/>
        </a:lnSpc>
        <a:spcBef>
          <a:spcPts val="495"/>
        </a:spcBef>
        <a:buSzTx/>
        <a:buFontTx/>
        <a:buNone/>
        <a:defRPr sz="1005" kern="1200" baseline="0">
          <a:solidFill>
            <a:schemeClr val="tx1">
              <a:lumMod val="95000"/>
              <a:lumOff val="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0" algn="l" defTabSz="906780" rtl="0" eaLnBrk="1" latinLnBrk="0" hangingPunct="1">
        <a:lnSpc>
          <a:spcPct val="100000"/>
        </a:lnSpc>
        <a:spcBef>
          <a:spcPts val="495"/>
        </a:spcBef>
        <a:buSzTx/>
        <a:buFontTx/>
        <a:buNone/>
        <a:defRPr sz="1505" b="1" kern="1200">
          <a:solidFill>
            <a:schemeClr val="tx1">
              <a:lumMod val="95000"/>
              <a:lumOff val="5000"/>
            </a:schemeClr>
          </a:solidFill>
          <a:latin typeface="微软雅黑" panose="020B0503020204020204" pitchFamily="34" charset="-122"/>
          <a:ea typeface="Open Sans" panose="020B0606030504020204" pitchFamily="34" charset="0"/>
          <a:cs typeface="Open Sans" panose="020B0606030504020204" pitchFamily="34" charset="0"/>
        </a:defRPr>
      </a:lvl4pPr>
      <a:lvl5pPr marL="0" indent="0" algn="l" defTabSz="906780" rtl="0" eaLnBrk="1" latinLnBrk="0" hangingPunct="1">
        <a:lnSpc>
          <a:spcPct val="100000"/>
        </a:lnSpc>
        <a:spcBef>
          <a:spcPts val="495"/>
        </a:spcBef>
        <a:buSzTx/>
        <a:buFontTx/>
        <a:buNone/>
        <a:defRPr sz="1205" kern="1200" baseline="0">
          <a:solidFill>
            <a:schemeClr val="tx1">
              <a:lumMod val="95000"/>
              <a:lumOff val="5000"/>
            </a:schemeClr>
          </a:solidFill>
          <a:latin typeface="微软雅黑" panose="020B0503020204020204" pitchFamily="34" charset="-122"/>
          <a:ea typeface="Open Sans" panose="020B0606030504020204" pitchFamily="34" charset="0"/>
          <a:cs typeface="Open Sans" panose="020B0606030504020204" pitchFamily="34" charset="0"/>
        </a:defRPr>
      </a:lvl5pPr>
      <a:lvl6pPr marL="0" indent="0" algn="l" defTabSz="906780" rtl="0" eaLnBrk="1" latinLnBrk="0" hangingPunct="1">
        <a:lnSpc>
          <a:spcPct val="100000"/>
        </a:lnSpc>
        <a:spcBef>
          <a:spcPts val="495"/>
        </a:spcBef>
        <a:buFontTx/>
        <a:buNone/>
        <a:defRPr sz="800" kern="1200">
          <a:solidFill>
            <a:schemeClr val="bg1">
              <a:lumMod val="6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0" indent="0" algn="l" defTabSz="906780" rtl="0" eaLnBrk="1" latinLnBrk="0" hangingPunct="1">
        <a:lnSpc>
          <a:spcPct val="100000"/>
        </a:lnSpc>
        <a:spcBef>
          <a:spcPts val="495"/>
        </a:spcBef>
        <a:buFontTx/>
        <a:buNone/>
        <a:defRPr sz="800" b="1" kern="1200" baseline="0">
          <a:solidFill>
            <a:schemeClr val="bg1">
              <a:lumMod val="6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0" marR="0" indent="0" algn="l" defTabSz="906780" rtl="0" eaLnBrk="1" fontAlgn="auto" latinLnBrk="0" hangingPunct="1">
        <a:lnSpc>
          <a:spcPct val="90000"/>
        </a:lnSpc>
        <a:spcBef>
          <a:spcPts val="495"/>
        </a:spcBef>
        <a:spcAft>
          <a:spcPct val="0"/>
        </a:spcAft>
        <a:buClrTx/>
        <a:buSzTx/>
        <a:buFontTx/>
        <a:buNone/>
        <a:defRPr sz="8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9070" indent="0" algn="l" defTabSz="906780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None/>
        <a:defRPr sz="17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6780" rtl="0" eaLnBrk="1" latinLnBrk="0" hangingPunct="1">
        <a:defRPr sz="1785" kern="1200">
          <a:solidFill>
            <a:schemeClr val="tx1"/>
          </a:solidFill>
          <a:latin typeface="+mn-lt"/>
          <a:ea typeface="+mn-ea"/>
          <a:cs typeface="+mn-cs"/>
        </a:defRPr>
      </a:lvl1pPr>
      <a:lvl2pPr marL="453390" algn="l" defTabSz="906780" rtl="0" eaLnBrk="1" latinLnBrk="0" hangingPunct="1">
        <a:defRPr sz="1785" kern="1200">
          <a:solidFill>
            <a:schemeClr val="tx1"/>
          </a:solidFill>
          <a:latin typeface="+mn-lt"/>
          <a:ea typeface="+mn-ea"/>
          <a:cs typeface="+mn-cs"/>
        </a:defRPr>
      </a:lvl2pPr>
      <a:lvl3pPr marL="906780" algn="l" defTabSz="906780" rtl="0" eaLnBrk="1" latinLnBrk="0" hangingPunct="1"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algn="l" defTabSz="906780" rtl="0" eaLnBrk="1" latinLnBrk="0" hangingPunct="1">
        <a:defRPr sz="1785" kern="1200">
          <a:solidFill>
            <a:schemeClr val="tx1"/>
          </a:solidFill>
          <a:latin typeface="+mn-lt"/>
          <a:ea typeface="+mn-ea"/>
          <a:cs typeface="+mn-cs"/>
        </a:defRPr>
      </a:lvl4pPr>
      <a:lvl5pPr marL="1813560" algn="l" defTabSz="906780" rtl="0" eaLnBrk="1" latinLnBrk="0" hangingPunct="1">
        <a:defRPr sz="1785" kern="1200">
          <a:solidFill>
            <a:schemeClr val="tx1"/>
          </a:solidFill>
          <a:latin typeface="+mn-lt"/>
          <a:ea typeface="+mn-ea"/>
          <a:cs typeface="+mn-cs"/>
        </a:defRPr>
      </a:lvl5pPr>
      <a:lvl6pPr marL="2266950" algn="l" defTabSz="906780" rtl="0" eaLnBrk="1" latinLnBrk="0" hangingPunct="1">
        <a:defRPr sz="1785" kern="1200">
          <a:solidFill>
            <a:schemeClr val="tx1"/>
          </a:solidFill>
          <a:latin typeface="+mn-lt"/>
          <a:ea typeface="+mn-ea"/>
          <a:cs typeface="+mn-cs"/>
        </a:defRPr>
      </a:lvl6pPr>
      <a:lvl7pPr marL="2720340" algn="l" defTabSz="906780" rtl="0" eaLnBrk="1" latinLnBrk="0" hangingPunct="1">
        <a:defRPr sz="1785" kern="1200">
          <a:solidFill>
            <a:schemeClr val="tx1"/>
          </a:solidFill>
          <a:latin typeface="+mn-lt"/>
          <a:ea typeface="+mn-ea"/>
          <a:cs typeface="+mn-cs"/>
        </a:defRPr>
      </a:lvl7pPr>
      <a:lvl8pPr marL="3173730" algn="l" defTabSz="906780" rtl="0" eaLnBrk="1" latinLnBrk="0" hangingPunct="1">
        <a:defRPr sz="1785" kern="1200">
          <a:solidFill>
            <a:schemeClr val="tx1"/>
          </a:solidFill>
          <a:latin typeface="+mn-lt"/>
          <a:ea typeface="+mn-ea"/>
          <a:cs typeface="+mn-cs"/>
        </a:defRPr>
      </a:lvl8pPr>
      <a:lvl9pPr marL="3627120" algn="l" defTabSz="906780" rtl="0" eaLnBrk="1" latinLnBrk="0" hangingPunct="1">
        <a:defRPr sz="17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6A458-23E8-4805-9F00-53A764766D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E6EAE-0258-42D9-A017-638E3B750D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7" Type="http://schemas.openxmlformats.org/officeDocument/2006/relationships/image" Target="../media/image5.png"/><Relationship Id="rId6" Type="http://schemas.openxmlformats.org/officeDocument/2006/relationships/tags" Target="../tags/tag14.xml"/><Relationship Id="rId5" Type="http://schemas.openxmlformats.org/officeDocument/2006/relationships/image" Target="../media/image4.png"/><Relationship Id="rId4" Type="http://schemas.openxmlformats.org/officeDocument/2006/relationships/tags" Target="../tags/tag13.xml"/><Relationship Id="rId3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image" Target="../media/image9.png"/><Relationship Id="rId7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tags" Target="../tags/tag17.xml"/><Relationship Id="rId4" Type="http://schemas.openxmlformats.org/officeDocument/2006/relationships/image" Target="../media/image7.png"/><Relationship Id="rId3" Type="http://schemas.openxmlformats.org/officeDocument/2006/relationships/tags" Target="../tags/tag16.xml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27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7" Type="http://schemas.openxmlformats.org/officeDocument/2006/relationships/image" Target="../media/image12.png"/><Relationship Id="rId6" Type="http://schemas.openxmlformats.org/officeDocument/2006/relationships/tags" Target="../tags/tag23.xml"/><Relationship Id="rId5" Type="http://schemas.openxmlformats.org/officeDocument/2006/relationships/image" Target="../media/image11.png"/><Relationship Id="rId4" Type="http://schemas.openxmlformats.org/officeDocument/2006/relationships/tags" Target="../tags/tag22.xml"/><Relationship Id="rId3" Type="http://schemas.openxmlformats.org/officeDocument/2006/relationships/image" Target="../media/image10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6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tags" Target="../tags/tag24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7" Type="http://schemas.openxmlformats.org/officeDocument/2006/relationships/image" Target="../media/image19.png"/><Relationship Id="rId6" Type="http://schemas.openxmlformats.org/officeDocument/2006/relationships/tags" Target="../tags/tag28.xml"/><Relationship Id="rId5" Type="http://schemas.openxmlformats.org/officeDocument/2006/relationships/image" Target="../media/image18.png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image" Target="../media/image17.png"/><Relationship Id="rId1" Type="http://schemas.openxmlformats.org/officeDocument/2006/relationships/tags" Target="../tags/tag2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7.xml"/><Relationship Id="rId4" Type="http://schemas.openxmlformats.org/officeDocument/2006/relationships/image" Target="../media/image21.jpeg"/><Relationship Id="rId3" Type="http://schemas.openxmlformats.org/officeDocument/2006/relationships/tags" Target="../tags/tag30.xml"/><Relationship Id="rId2" Type="http://schemas.openxmlformats.org/officeDocument/2006/relationships/image" Target="../media/image20.jpeg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22.jpeg"/><Relationship Id="rId1" Type="http://schemas.openxmlformats.org/officeDocument/2006/relationships/tags" Target="../tags/tag3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35.xml"/><Relationship Id="rId7" Type="http://schemas.openxmlformats.org/officeDocument/2006/relationships/image" Target="../media/image26.png"/><Relationship Id="rId6" Type="http://schemas.openxmlformats.org/officeDocument/2006/relationships/tags" Target="../tags/tag34.xml"/><Relationship Id="rId5" Type="http://schemas.openxmlformats.org/officeDocument/2006/relationships/image" Target="../media/image25.png"/><Relationship Id="rId4" Type="http://schemas.openxmlformats.org/officeDocument/2006/relationships/tags" Target="../tags/tag33.xml"/><Relationship Id="rId3" Type="http://schemas.openxmlformats.org/officeDocument/2006/relationships/image" Target="../media/image24.png"/><Relationship Id="rId2" Type="http://schemas.openxmlformats.org/officeDocument/2006/relationships/tags" Target="../tags/tag32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33.xml"/><Relationship Id="rId11" Type="http://schemas.openxmlformats.org/officeDocument/2006/relationships/image" Target="../media/image28.png"/><Relationship Id="rId10" Type="http://schemas.openxmlformats.org/officeDocument/2006/relationships/tags" Target="../tags/tag36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37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4.jpeg"/><Relationship Id="rId1" Type="http://schemas.openxmlformats.org/officeDocument/2006/relationships/image" Target="../media/image3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5078876" y="-4267201"/>
            <a:ext cx="11578554" cy="10649529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2"/>
          <p:cNvSpPr txBox="1"/>
          <p:nvPr/>
        </p:nvSpPr>
        <p:spPr>
          <a:xfrm>
            <a:off x="1847215" y="2006600"/>
            <a:ext cx="3843655" cy="1568450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dist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8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</a:br>
            <a:r>
              <a:rPr kumimoji="0" lang="zh-CN" altLang="en-US" sz="8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作品集</a:t>
            </a:r>
            <a:endParaRPr kumimoji="0" lang="en-US" sz="88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23119" y="3574901"/>
            <a:ext cx="5314698" cy="956991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ctr" defTabSz="1813560">
              <a:lnSpc>
                <a:spcPct val="80000"/>
              </a:lnSpc>
              <a:spcBef>
                <a:spcPct val="0"/>
              </a:spcBef>
              <a:buNone/>
              <a:defRPr sz="15995" b="1" kern="3000" spc="0" baseline="0">
                <a:gradFill>
                  <a:gsLst>
                    <a:gs pos="30000">
                      <a:schemeClr val="accent3">
                        <a:lumMod val="75000"/>
                      </a:schemeClr>
                    </a:gs>
                    <a:gs pos="50000">
                      <a:schemeClr val="accent3">
                        <a:lumMod val="60000"/>
                        <a:lumOff val="40000"/>
                      </a:schemeClr>
                    </a:gs>
                    <a:gs pos="3500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1356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3000" cap="none" spc="0" normalizeH="0" baseline="0" noProof="0" dirty="0">
                <a:ln>
                  <a:noFill/>
                </a:ln>
                <a:gradFill>
                  <a:gsLst>
                    <a:gs pos="30000">
                      <a:srgbClr val="AD9DA0">
                        <a:lumMod val="75000"/>
                      </a:srgbClr>
                    </a:gs>
                    <a:gs pos="50000">
                      <a:srgbClr val="AD9DA0">
                        <a:lumMod val="60000"/>
                        <a:lumOff val="40000"/>
                      </a:srgbClr>
                    </a:gs>
                    <a:gs pos="35000">
                      <a:srgbClr val="AD9DA0">
                        <a:lumMod val="20000"/>
                        <a:lumOff val="80000"/>
                      </a:srgbClr>
                    </a:gs>
                    <a:gs pos="100000">
                      <a:srgbClr val="AD9DA0"/>
                    </a:gs>
                  </a:gsLst>
                  <a:lin ang="2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+mj-ea"/>
                <a:cs typeface="+mj-cs"/>
              </a:rPr>
              <a:t>Portfolio</a:t>
            </a:r>
            <a:endParaRPr kumimoji="0" lang="zh-CN" altLang="en-US" sz="3600" b="1" i="0" u="none" strike="noStrike" kern="3000" cap="none" spc="0" normalizeH="0" baseline="0" noProof="0" dirty="0">
              <a:ln>
                <a:noFill/>
              </a:ln>
              <a:gradFill>
                <a:gsLst>
                  <a:gs pos="30000">
                    <a:srgbClr val="AD9DA0">
                      <a:lumMod val="75000"/>
                    </a:srgbClr>
                  </a:gs>
                  <a:gs pos="50000">
                    <a:srgbClr val="AD9DA0">
                      <a:lumMod val="60000"/>
                      <a:lumOff val="40000"/>
                    </a:srgbClr>
                  </a:gs>
                  <a:gs pos="35000">
                    <a:srgbClr val="AD9DA0">
                      <a:lumMod val="20000"/>
                      <a:lumOff val="80000"/>
                    </a:srgbClr>
                  </a:gs>
                  <a:gs pos="100000">
                    <a:srgbClr val="AD9DA0"/>
                  </a:gs>
                </a:gsLst>
                <a:lin ang="2400000" scaled="0"/>
              </a:gradFill>
              <a:effectLst/>
              <a:uLnTx/>
              <a:uFillTx/>
              <a:latin typeface="微软雅黑" panose="020B0503020204020204" pitchFamily="34" charset="-122"/>
              <a:ea typeface="+mj-ea"/>
              <a:cs typeface="+mj-cs"/>
            </a:endParaRPr>
          </a:p>
        </p:txBody>
      </p:sp>
      <p:sp>
        <p:nvSpPr>
          <p:cNvPr id="17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18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-4376126" y="-2317765"/>
            <a:ext cx="27197093" cy="25014889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hape 20"/>
          <p:cNvSpPr txBox="1"/>
          <p:nvPr/>
        </p:nvSpPr>
        <p:spPr>
          <a:xfrm>
            <a:off x="3721911" y="137378"/>
            <a:ext cx="4660044" cy="4437981"/>
          </a:xfrm>
          <a:prstGeom prst="rect">
            <a:avLst/>
          </a:prstGeom>
        </p:spPr>
        <p:txBody>
          <a:bodyPr lIns="0" tIns="0" rIns="0" bIns="0" anchor="t" anchorCtr="0">
            <a:normAutofit fontScale="92500"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700" dirty="0">
                <a:gradFill flip="none" rotWithShape="1">
                  <a:gsLst>
                    <a:gs pos="98000">
                      <a:schemeClr val="bg1">
                        <a:alpha val="0"/>
                      </a:schemeClr>
                    </a:gs>
                    <a:gs pos="48000">
                      <a:schemeClr val="tx2">
                        <a:lumMod val="60000"/>
                        <a:lumOff val="40000"/>
                        <a:alpha val="26000"/>
                      </a:schemeClr>
                    </a:gs>
                    <a:gs pos="0">
                      <a:schemeClr val="tx2">
                        <a:alpha val="6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</a:rPr>
              <a:t>01</a:t>
            </a:r>
            <a:endParaRPr lang="en-US" sz="30700" dirty="0">
              <a:gradFill flip="none" rotWithShape="1">
                <a:gsLst>
                  <a:gs pos="98000">
                    <a:schemeClr val="bg1">
                      <a:alpha val="0"/>
                    </a:schemeClr>
                  </a:gs>
                  <a:gs pos="48000">
                    <a:schemeClr val="tx2">
                      <a:lumMod val="60000"/>
                      <a:lumOff val="40000"/>
                      <a:alpha val="26000"/>
                    </a:schemeClr>
                  </a:gs>
                  <a:gs pos="0">
                    <a:schemeClr val="tx2">
                      <a:alpha val="65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</a:endParaRPr>
          </a:p>
        </p:txBody>
      </p:sp>
      <p:sp>
        <p:nvSpPr>
          <p:cNvPr id="4" name="Title 2"/>
          <p:cNvSpPr txBox="1"/>
          <p:nvPr/>
        </p:nvSpPr>
        <p:spPr>
          <a:xfrm>
            <a:off x="3978910" y="2821305"/>
            <a:ext cx="4233545" cy="1215390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策划作品</a:t>
            </a:r>
            <a:endParaRPr kumimoji="0" lang="zh-CN" altLang="en-US" sz="66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38651" y="3968496"/>
            <a:ext cx="5314698" cy="956991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ctr" defTabSz="1813560">
              <a:lnSpc>
                <a:spcPct val="80000"/>
              </a:lnSpc>
              <a:spcBef>
                <a:spcPct val="0"/>
              </a:spcBef>
              <a:buNone/>
              <a:defRPr sz="15995" b="1" kern="3000" spc="0" baseline="0">
                <a:gradFill>
                  <a:gsLst>
                    <a:gs pos="30000">
                      <a:schemeClr val="accent3">
                        <a:lumMod val="75000"/>
                      </a:schemeClr>
                    </a:gs>
                    <a:gs pos="50000">
                      <a:schemeClr val="accent3">
                        <a:lumMod val="60000"/>
                        <a:lumOff val="40000"/>
                      </a:schemeClr>
                    </a:gs>
                    <a:gs pos="3500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3000" cap="none" spc="0" normalizeH="0" baseline="0" noProof="0" dirty="0">
                <a:ln>
                  <a:noFill/>
                </a:ln>
                <a:gradFill>
                  <a:gsLst>
                    <a:gs pos="11000">
                      <a:srgbClr val="AD9DA0">
                        <a:lumMod val="75000"/>
                      </a:srgbClr>
                    </a:gs>
                    <a:gs pos="68000">
                      <a:srgbClr val="AD9DA0">
                        <a:lumMod val="60000"/>
                        <a:lumOff val="40000"/>
                      </a:srgbClr>
                    </a:gs>
                    <a:gs pos="35000">
                      <a:srgbClr val="AD9DA0">
                        <a:lumMod val="20000"/>
                        <a:lumOff val="80000"/>
                      </a:srgbClr>
                    </a:gs>
                    <a:gs pos="100000">
                      <a:srgbClr val="AD9DA0"/>
                    </a:gs>
                  </a:gsLst>
                  <a:lin ang="2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+mj-ea"/>
                <a:cs typeface="+mj-cs"/>
              </a:rPr>
              <a:t>Planning</a:t>
            </a:r>
            <a:endParaRPr kumimoji="0" lang="zh-CN" altLang="en-US" sz="3600" b="1" i="0" u="none" strike="noStrike" kern="3000" cap="none" spc="0" normalizeH="0" baseline="0" noProof="0" dirty="0">
              <a:ln>
                <a:noFill/>
              </a:ln>
              <a:gradFill>
                <a:gsLst>
                  <a:gs pos="11000">
                    <a:srgbClr val="AD9DA0">
                      <a:lumMod val="75000"/>
                    </a:srgbClr>
                  </a:gs>
                  <a:gs pos="68000">
                    <a:srgbClr val="AD9DA0">
                      <a:lumMod val="60000"/>
                      <a:lumOff val="40000"/>
                    </a:srgbClr>
                  </a:gs>
                  <a:gs pos="35000">
                    <a:srgbClr val="AD9DA0">
                      <a:lumMod val="20000"/>
                      <a:lumOff val="80000"/>
                    </a:srgbClr>
                  </a:gs>
                  <a:gs pos="100000">
                    <a:srgbClr val="AD9DA0"/>
                  </a:gs>
                </a:gsLst>
                <a:lin ang="2400000" scaled="0"/>
              </a:gradFill>
              <a:effectLst/>
              <a:uLnTx/>
              <a:uFillTx/>
              <a:latin typeface="微软雅黑" panose="020B0503020204020204" pitchFamily="34" charset="-122"/>
              <a:ea typeface="+mj-ea"/>
              <a:cs typeface="+mj-cs"/>
            </a:endParaRPr>
          </a:p>
        </p:txBody>
      </p:sp>
      <p:sp>
        <p:nvSpPr>
          <p:cNvPr id="9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10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/>
        </p:nvSpPr>
        <p:spPr>
          <a:xfrm>
            <a:off x="-12027077" y="-2880843"/>
            <a:ext cx="13707425" cy="12252770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4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2"/>
          <p:cNvSpPr txBox="1"/>
          <p:nvPr/>
        </p:nvSpPr>
        <p:spPr>
          <a:xfrm>
            <a:off x="1127760" y="589915"/>
            <a:ext cx="4782185" cy="636270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Project 1  |  </a:t>
            </a:r>
            <a:r>
              <a:rPr kumimoji="0" lang="zh-CN" altLang="en-US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晓平祛痘系列广告策划</a:t>
            </a:r>
            <a:endParaRPr kumimoji="0" lang="zh-CN" altLang="en-US" sz="28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pic>
        <p:nvPicPr>
          <p:cNvPr id="10" name="图片 6" descr="666666666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175" y="448945"/>
            <a:ext cx="3787140" cy="5856605"/>
          </a:xfrm>
          <a:prstGeom prst="rect">
            <a:avLst/>
          </a:prstGeom>
        </p:spPr>
      </p:pic>
      <p:sp>
        <p:nvSpPr>
          <p:cNvPr id="48" name="Title 2"/>
          <p:cNvSpPr txBox="1"/>
          <p:nvPr>
            <p:custDataLst>
              <p:tags r:id="rId2"/>
            </p:custDataLst>
          </p:nvPr>
        </p:nvSpPr>
        <p:spPr>
          <a:xfrm>
            <a:off x="1873250" y="1802130"/>
            <a:ext cx="3582670" cy="401955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项目背景</a:t>
            </a:r>
            <a:endParaRPr kumimoji="0" lang="en-US" sz="20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49" name="文本框 48"/>
          <p:cNvSpPr txBox="1"/>
          <p:nvPr>
            <p:custDataLst>
              <p:tags r:id="rId3"/>
            </p:custDataLst>
          </p:nvPr>
        </p:nvSpPr>
        <p:spPr>
          <a:xfrm>
            <a:off x="1805940" y="2293620"/>
            <a:ext cx="3718560" cy="855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大广赛实践项目，品牌方为“晓平祛痘系列”，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目标是提升品牌认知度、美誉度，塑造“专业安全的功效护肤”形象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itle 2"/>
          <p:cNvSpPr txBox="1"/>
          <p:nvPr>
            <p:custDataLst>
              <p:tags r:id="rId4"/>
            </p:custDataLst>
          </p:nvPr>
        </p:nvSpPr>
        <p:spPr>
          <a:xfrm>
            <a:off x="1924351" y="4806114"/>
            <a:ext cx="3582817" cy="402267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我的角色</a:t>
            </a:r>
            <a:endParaRPr kumimoji="0" lang="zh-CN" altLang="en-US" sz="20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53" name="文本框 52"/>
          <p:cNvSpPr txBox="1"/>
          <p:nvPr>
            <p:custDataLst>
              <p:tags r:id="rId5"/>
            </p:custDataLst>
          </p:nvPr>
        </p:nvSpPr>
        <p:spPr>
          <a:xfrm>
            <a:off x="1858645" y="5321300"/>
            <a:ext cx="4202430" cy="33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·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创意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·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文案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·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媒介排期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·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itle 2"/>
          <p:cNvSpPr txBox="1"/>
          <p:nvPr>
            <p:custDataLst>
              <p:tags r:id="rId6"/>
            </p:custDataLst>
          </p:nvPr>
        </p:nvSpPr>
        <p:spPr>
          <a:xfrm>
            <a:off x="1924351" y="3607869"/>
            <a:ext cx="3582817" cy="402267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项目</a:t>
            </a:r>
            <a:r>
              <a:rPr lang="en-US" altLang="zh-CN" sz="2000" b="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slogan</a:t>
            </a:r>
            <a:endParaRPr kumimoji="0" lang="en-US" altLang="zh-CN" sz="20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  <a:sym typeface="+mn-ea"/>
            </a:endParaRPr>
          </a:p>
        </p:txBody>
      </p:sp>
      <p:sp>
        <p:nvSpPr>
          <p:cNvPr id="59" name="文本框 58"/>
          <p:cNvSpPr txBox="1"/>
          <p:nvPr>
            <p:custDataLst>
              <p:tags r:id="rId7"/>
            </p:custDataLst>
          </p:nvPr>
        </p:nvSpPr>
        <p:spPr>
          <a:xfrm>
            <a:off x="1871345" y="4082415"/>
            <a:ext cx="4202430" cy="33083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在自己的肌肤里，找到真正的美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/>
        </p:nvSpPr>
        <p:spPr>
          <a:xfrm>
            <a:off x="-10863757" y="-3098013"/>
            <a:ext cx="13707425" cy="12252770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4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2895" y="2817495"/>
            <a:ext cx="3943350" cy="29330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itle 2"/>
          <p:cNvSpPr txBox="1"/>
          <p:nvPr>
            <p:custDataLst>
              <p:tags r:id="rId2"/>
            </p:custDataLst>
          </p:nvPr>
        </p:nvSpPr>
        <p:spPr>
          <a:xfrm>
            <a:off x="1814830" y="1459230"/>
            <a:ext cx="3582670" cy="401955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创意主题</a:t>
            </a:r>
            <a:endParaRPr kumimoji="0" lang="zh-CN" altLang="en-US" sz="20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49" name="文本框 48"/>
          <p:cNvSpPr txBox="1"/>
          <p:nvPr>
            <p:custDataLst>
              <p:tags r:id="rId3"/>
            </p:custDataLst>
          </p:nvPr>
        </p:nvSpPr>
        <p:spPr>
          <a:xfrm>
            <a:off x="2908300" y="1459230"/>
            <a:ext cx="3718560" cy="8559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主题一：自信面对，无痘更美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主题二：释放女性力量，从肌肤开始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主题三：送她一份晓温暖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itle 2"/>
          <p:cNvSpPr txBox="1"/>
          <p:nvPr>
            <p:custDataLst>
              <p:tags r:id="rId4"/>
            </p:custDataLst>
          </p:nvPr>
        </p:nvSpPr>
        <p:spPr>
          <a:xfrm>
            <a:off x="8482965" y="1287145"/>
            <a:ext cx="2010410" cy="401955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媒介排期</a:t>
            </a:r>
            <a:endParaRPr kumimoji="0" lang="zh-CN" altLang="en-US" sz="20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53" name="文本框 52"/>
          <p:cNvSpPr txBox="1"/>
          <p:nvPr>
            <p:custDataLst>
              <p:tags r:id="rId5"/>
            </p:custDataLst>
          </p:nvPr>
        </p:nvSpPr>
        <p:spPr>
          <a:xfrm>
            <a:off x="8417560" y="1802130"/>
            <a:ext cx="2358390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预热期：话题打卡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·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校园派样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爆发期：快闪店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·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明星活动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持续期：公益捐赠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· KOL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带货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445895" y="2548255"/>
            <a:ext cx="5956935" cy="3627755"/>
            <a:chOff x="2032141" y="2076191"/>
            <a:chExt cx="8127716" cy="4001018"/>
          </a:xfrm>
        </p:grpSpPr>
        <p:grpSp>
          <p:nvGrpSpPr>
            <p:cNvPr id="16" name="组合 15"/>
            <p:cNvGrpSpPr/>
            <p:nvPr/>
          </p:nvGrpSpPr>
          <p:grpSpPr>
            <a:xfrm>
              <a:off x="2032141" y="2076191"/>
              <a:ext cx="8127716" cy="4001018"/>
              <a:chOff x="2032141" y="1391839"/>
              <a:chExt cx="8127716" cy="4001018"/>
            </a:xfrm>
          </p:grpSpPr>
          <p:sp>
            <p:nvSpPr>
              <p:cNvPr id="17" name="任意多边形: 形状 10"/>
              <p:cNvSpPr/>
              <p:nvPr/>
            </p:nvSpPr>
            <p:spPr>
              <a:xfrm>
                <a:off x="2032141" y="2494252"/>
                <a:ext cx="2266626" cy="1869493"/>
              </a:xfrm>
              <a:custGeom>
                <a:avLst/>
                <a:gdLst>
                  <a:gd name="connsiteX0" fmla="*/ 0 w 2266626"/>
                  <a:gd name="connsiteY0" fmla="*/ 186949 h 1869493"/>
                  <a:gd name="connsiteX1" fmla="*/ 186949 w 2266626"/>
                  <a:gd name="connsiteY1" fmla="*/ 0 h 1869493"/>
                  <a:gd name="connsiteX2" fmla="*/ 2079677 w 2266626"/>
                  <a:gd name="connsiteY2" fmla="*/ 0 h 1869493"/>
                  <a:gd name="connsiteX3" fmla="*/ 2266626 w 2266626"/>
                  <a:gd name="connsiteY3" fmla="*/ 186949 h 1869493"/>
                  <a:gd name="connsiteX4" fmla="*/ 2266626 w 2266626"/>
                  <a:gd name="connsiteY4" fmla="*/ 1682544 h 1869493"/>
                  <a:gd name="connsiteX5" fmla="*/ 2079677 w 2266626"/>
                  <a:gd name="connsiteY5" fmla="*/ 1869493 h 1869493"/>
                  <a:gd name="connsiteX6" fmla="*/ 186949 w 2266626"/>
                  <a:gd name="connsiteY6" fmla="*/ 1869493 h 1869493"/>
                  <a:gd name="connsiteX7" fmla="*/ 0 w 2266626"/>
                  <a:gd name="connsiteY7" fmla="*/ 1682544 h 1869493"/>
                  <a:gd name="connsiteX8" fmla="*/ 0 w 2266626"/>
                  <a:gd name="connsiteY8" fmla="*/ 186949 h 1869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66626" h="1869493">
                    <a:moveTo>
                      <a:pt x="0" y="186949"/>
                    </a:moveTo>
                    <a:cubicBezTo>
                      <a:pt x="0" y="83700"/>
                      <a:pt x="83700" y="0"/>
                      <a:pt x="186949" y="0"/>
                    </a:cubicBezTo>
                    <a:lnTo>
                      <a:pt x="2079677" y="0"/>
                    </a:lnTo>
                    <a:cubicBezTo>
                      <a:pt x="2182926" y="0"/>
                      <a:pt x="2266626" y="83700"/>
                      <a:pt x="2266626" y="186949"/>
                    </a:cubicBezTo>
                    <a:lnTo>
                      <a:pt x="2266626" y="1682544"/>
                    </a:lnTo>
                    <a:cubicBezTo>
                      <a:pt x="2266626" y="1785793"/>
                      <a:pt x="2182926" y="1869493"/>
                      <a:pt x="2079677" y="1869493"/>
                    </a:cubicBezTo>
                    <a:lnTo>
                      <a:pt x="186949" y="1869493"/>
                    </a:lnTo>
                    <a:cubicBezTo>
                      <a:pt x="83700" y="1869493"/>
                      <a:pt x="0" y="1785793"/>
                      <a:pt x="0" y="1682544"/>
                    </a:cubicBezTo>
                    <a:lnTo>
                      <a:pt x="0" y="186949"/>
                    </a:lnTo>
                    <a:close/>
                  </a:path>
                </a:pathLst>
              </a:custGeom>
              <a:noFill/>
              <a:ln>
                <a:solidFill>
                  <a:srgbClr val="404046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8267" tIns="98267" rIns="98267" bIns="498873" numCol="1" spcCol="1270" anchor="t" anchorCtr="0">
                <a:noAutofit/>
              </a:bodyPr>
              <a:p>
                <a:pPr marL="285750" lvl="1" indent="-285750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zh-CN" altLang="en-US" sz="2900">
                  <a:solidFill>
                    <a:schemeClr val="tx1"/>
                  </a:solidFill>
                  <a:cs typeface="+mn-ea"/>
                  <a:sym typeface="+mn-lt"/>
                </a:endParaRPr>
              </a:p>
              <a:p>
                <a:pPr marL="285750" lvl="1" indent="-285750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zh-CN" altLang="en-US" sz="29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形状 17"/>
              <p:cNvSpPr/>
              <p:nvPr/>
            </p:nvSpPr>
            <p:spPr>
              <a:xfrm>
                <a:off x="3332946" y="3036551"/>
                <a:ext cx="2356306" cy="2356306"/>
              </a:xfrm>
              <a:prstGeom prst="leftCircularArrow">
                <a:avLst>
                  <a:gd name="adj1" fmla="val 2550"/>
                  <a:gd name="adj2" fmla="val 309429"/>
                  <a:gd name="adj3" fmla="val 2084940"/>
                  <a:gd name="adj4" fmla="val 9024489"/>
                  <a:gd name="adj5" fmla="val 2975"/>
                </a:avLst>
              </a:prstGeom>
              <a:solidFill>
                <a:schemeClr val="tx1">
                  <a:lumMod val="65000"/>
                  <a:lumOff val="35000"/>
                  <a:alpha val="57000"/>
                </a:schemeClr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p>
                <a:endParaRPr lang="zh-CN" altLang="en-US" sz="32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2"/>
              <p:cNvSpPr/>
              <p:nvPr/>
            </p:nvSpPr>
            <p:spPr>
              <a:xfrm>
                <a:off x="2535520" y="4142057"/>
                <a:ext cx="2014384" cy="622598"/>
              </a:xfrm>
              <a:custGeom>
                <a:avLst/>
                <a:gdLst>
                  <a:gd name="connsiteX0" fmla="*/ 0 w 2014779"/>
                  <a:gd name="connsiteY0" fmla="*/ 80121 h 801211"/>
                  <a:gd name="connsiteX1" fmla="*/ 80121 w 2014779"/>
                  <a:gd name="connsiteY1" fmla="*/ 0 h 801211"/>
                  <a:gd name="connsiteX2" fmla="*/ 1934658 w 2014779"/>
                  <a:gd name="connsiteY2" fmla="*/ 0 h 801211"/>
                  <a:gd name="connsiteX3" fmla="*/ 2014779 w 2014779"/>
                  <a:gd name="connsiteY3" fmla="*/ 80121 h 801211"/>
                  <a:gd name="connsiteX4" fmla="*/ 2014779 w 2014779"/>
                  <a:gd name="connsiteY4" fmla="*/ 721090 h 801211"/>
                  <a:gd name="connsiteX5" fmla="*/ 1934658 w 2014779"/>
                  <a:gd name="connsiteY5" fmla="*/ 801211 h 801211"/>
                  <a:gd name="connsiteX6" fmla="*/ 80121 w 2014779"/>
                  <a:gd name="connsiteY6" fmla="*/ 801211 h 801211"/>
                  <a:gd name="connsiteX7" fmla="*/ 0 w 2014779"/>
                  <a:gd name="connsiteY7" fmla="*/ 721090 h 801211"/>
                  <a:gd name="connsiteX8" fmla="*/ 0 w 2014779"/>
                  <a:gd name="connsiteY8" fmla="*/ 80121 h 801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14779" h="801211">
                    <a:moveTo>
                      <a:pt x="0" y="80121"/>
                    </a:moveTo>
                    <a:cubicBezTo>
                      <a:pt x="0" y="35871"/>
                      <a:pt x="35871" y="0"/>
                      <a:pt x="80121" y="0"/>
                    </a:cubicBezTo>
                    <a:lnTo>
                      <a:pt x="1934658" y="0"/>
                    </a:lnTo>
                    <a:cubicBezTo>
                      <a:pt x="1978908" y="0"/>
                      <a:pt x="2014779" y="35871"/>
                      <a:pt x="2014779" y="80121"/>
                    </a:cubicBezTo>
                    <a:lnTo>
                      <a:pt x="2014779" y="721090"/>
                    </a:lnTo>
                    <a:cubicBezTo>
                      <a:pt x="2014779" y="765340"/>
                      <a:pt x="1978908" y="801211"/>
                      <a:pt x="1934658" y="801211"/>
                    </a:cubicBezTo>
                    <a:lnTo>
                      <a:pt x="80121" y="801211"/>
                    </a:lnTo>
                    <a:cubicBezTo>
                      <a:pt x="35871" y="801211"/>
                      <a:pt x="0" y="765340"/>
                      <a:pt x="0" y="721090"/>
                    </a:cubicBezTo>
                    <a:lnTo>
                      <a:pt x="0" y="80121"/>
                    </a:lnTo>
                    <a:close/>
                  </a:path>
                </a:pathLst>
              </a:custGeom>
              <a:solidFill>
                <a:srgbClr val="404046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6332" tIns="65377" rIns="86332" bIns="65377" numCol="1" spcCol="1270" anchor="ctr" anchorCtr="0">
                <a:noAutofit/>
              </a:bodyPr>
              <a:p>
                <a:pPr algn="ctr" defTabSz="1466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33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3"/>
              <p:cNvSpPr/>
              <p:nvPr/>
            </p:nvSpPr>
            <p:spPr>
              <a:xfrm>
                <a:off x="4836762" y="2494252"/>
                <a:ext cx="2266626" cy="1869493"/>
              </a:xfrm>
              <a:custGeom>
                <a:avLst/>
                <a:gdLst>
                  <a:gd name="connsiteX0" fmla="*/ 0 w 2266626"/>
                  <a:gd name="connsiteY0" fmla="*/ 186949 h 1869493"/>
                  <a:gd name="connsiteX1" fmla="*/ 186949 w 2266626"/>
                  <a:gd name="connsiteY1" fmla="*/ 0 h 1869493"/>
                  <a:gd name="connsiteX2" fmla="*/ 2079677 w 2266626"/>
                  <a:gd name="connsiteY2" fmla="*/ 0 h 1869493"/>
                  <a:gd name="connsiteX3" fmla="*/ 2266626 w 2266626"/>
                  <a:gd name="connsiteY3" fmla="*/ 186949 h 1869493"/>
                  <a:gd name="connsiteX4" fmla="*/ 2266626 w 2266626"/>
                  <a:gd name="connsiteY4" fmla="*/ 1682544 h 1869493"/>
                  <a:gd name="connsiteX5" fmla="*/ 2079677 w 2266626"/>
                  <a:gd name="connsiteY5" fmla="*/ 1869493 h 1869493"/>
                  <a:gd name="connsiteX6" fmla="*/ 186949 w 2266626"/>
                  <a:gd name="connsiteY6" fmla="*/ 1869493 h 1869493"/>
                  <a:gd name="connsiteX7" fmla="*/ 0 w 2266626"/>
                  <a:gd name="connsiteY7" fmla="*/ 1682544 h 1869493"/>
                  <a:gd name="connsiteX8" fmla="*/ 0 w 2266626"/>
                  <a:gd name="connsiteY8" fmla="*/ 186949 h 1869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66626" h="1869493">
                    <a:moveTo>
                      <a:pt x="0" y="186949"/>
                    </a:moveTo>
                    <a:cubicBezTo>
                      <a:pt x="0" y="83700"/>
                      <a:pt x="83700" y="0"/>
                      <a:pt x="186949" y="0"/>
                    </a:cubicBezTo>
                    <a:lnTo>
                      <a:pt x="2079677" y="0"/>
                    </a:lnTo>
                    <a:cubicBezTo>
                      <a:pt x="2182926" y="0"/>
                      <a:pt x="2266626" y="83700"/>
                      <a:pt x="2266626" y="186949"/>
                    </a:cubicBezTo>
                    <a:lnTo>
                      <a:pt x="2266626" y="1682544"/>
                    </a:lnTo>
                    <a:cubicBezTo>
                      <a:pt x="2266626" y="1785793"/>
                      <a:pt x="2182926" y="1869493"/>
                      <a:pt x="2079677" y="1869493"/>
                    </a:cubicBezTo>
                    <a:lnTo>
                      <a:pt x="186949" y="1869493"/>
                    </a:lnTo>
                    <a:cubicBezTo>
                      <a:pt x="83700" y="1869493"/>
                      <a:pt x="0" y="1785793"/>
                      <a:pt x="0" y="1682544"/>
                    </a:cubicBezTo>
                    <a:lnTo>
                      <a:pt x="0" y="186949"/>
                    </a:lnTo>
                    <a:close/>
                  </a:path>
                </a:pathLst>
              </a:custGeom>
              <a:noFill/>
              <a:ln>
                <a:solidFill>
                  <a:srgbClr val="404046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8267" tIns="498873" rIns="98267" bIns="98267" numCol="1" spcCol="1270" anchor="t" anchorCtr="0">
                <a:noAutofit/>
              </a:bodyPr>
              <a:p>
                <a:pPr marL="285750" lvl="1" indent="-285750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zh-CN" altLang="en-US" sz="2900">
                  <a:solidFill>
                    <a:schemeClr val="tx1"/>
                  </a:solidFill>
                  <a:cs typeface="+mn-ea"/>
                  <a:sym typeface="+mn-lt"/>
                </a:endParaRPr>
              </a:p>
              <a:p>
                <a:pPr marL="285750" lvl="1" indent="-285750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zh-CN" altLang="en-US" sz="29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箭头: 环形 14"/>
              <p:cNvSpPr/>
              <p:nvPr/>
            </p:nvSpPr>
            <p:spPr>
              <a:xfrm>
                <a:off x="6118679" y="1391839"/>
                <a:ext cx="2645930" cy="2645930"/>
              </a:xfrm>
              <a:prstGeom prst="circularArrow">
                <a:avLst>
                  <a:gd name="adj1" fmla="val 2271"/>
                  <a:gd name="adj2" fmla="val 273786"/>
                  <a:gd name="adj3" fmla="val 19550703"/>
                  <a:gd name="adj4" fmla="val 12575511"/>
                  <a:gd name="adj5" fmla="val 2650"/>
                </a:avLst>
              </a:prstGeom>
              <a:solidFill>
                <a:schemeClr val="tx1">
                  <a:lumMod val="65000"/>
                  <a:lumOff val="35000"/>
                  <a:alpha val="57000"/>
                </a:schemeClr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p>
                <a:endParaRPr lang="zh-CN" altLang="en-US" sz="32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15"/>
              <p:cNvSpPr/>
              <p:nvPr/>
            </p:nvSpPr>
            <p:spPr>
              <a:xfrm>
                <a:off x="5340457" y="2093647"/>
                <a:ext cx="2014779" cy="801211"/>
              </a:xfrm>
              <a:custGeom>
                <a:avLst/>
                <a:gdLst>
                  <a:gd name="connsiteX0" fmla="*/ 0 w 2014779"/>
                  <a:gd name="connsiteY0" fmla="*/ 80121 h 801211"/>
                  <a:gd name="connsiteX1" fmla="*/ 80121 w 2014779"/>
                  <a:gd name="connsiteY1" fmla="*/ 0 h 801211"/>
                  <a:gd name="connsiteX2" fmla="*/ 1934658 w 2014779"/>
                  <a:gd name="connsiteY2" fmla="*/ 0 h 801211"/>
                  <a:gd name="connsiteX3" fmla="*/ 2014779 w 2014779"/>
                  <a:gd name="connsiteY3" fmla="*/ 80121 h 801211"/>
                  <a:gd name="connsiteX4" fmla="*/ 2014779 w 2014779"/>
                  <a:gd name="connsiteY4" fmla="*/ 721090 h 801211"/>
                  <a:gd name="connsiteX5" fmla="*/ 1934658 w 2014779"/>
                  <a:gd name="connsiteY5" fmla="*/ 801211 h 801211"/>
                  <a:gd name="connsiteX6" fmla="*/ 80121 w 2014779"/>
                  <a:gd name="connsiteY6" fmla="*/ 801211 h 801211"/>
                  <a:gd name="connsiteX7" fmla="*/ 0 w 2014779"/>
                  <a:gd name="connsiteY7" fmla="*/ 721090 h 801211"/>
                  <a:gd name="connsiteX8" fmla="*/ 0 w 2014779"/>
                  <a:gd name="connsiteY8" fmla="*/ 80121 h 801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14779" h="801211">
                    <a:moveTo>
                      <a:pt x="0" y="80121"/>
                    </a:moveTo>
                    <a:cubicBezTo>
                      <a:pt x="0" y="35871"/>
                      <a:pt x="35871" y="0"/>
                      <a:pt x="80121" y="0"/>
                    </a:cubicBezTo>
                    <a:lnTo>
                      <a:pt x="1934658" y="0"/>
                    </a:lnTo>
                    <a:cubicBezTo>
                      <a:pt x="1978908" y="0"/>
                      <a:pt x="2014779" y="35871"/>
                      <a:pt x="2014779" y="80121"/>
                    </a:cubicBezTo>
                    <a:lnTo>
                      <a:pt x="2014779" y="721090"/>
                    </a:lnTo>
                    <a:cubicBezTo>
                      <a:pt x="2014779" y="765340"/>
                      <a:pt x="1978908" y="801211"/>
                      <a:pt x="1934658" y="801211"/>
                    </a:cubicBezTo>
                    <a:lnTo>
                      <a:pt x="80121" y="801211"/>
                    </a:lnTo>
                    <a:cubicBezTo>
                      <a:pt x="35871" y="801211"/>
                      <a:pt x="0" y="765340"/>
                      <a:pt x="0" y="721090"/>
                    </a:cubicBezTo>
                    <a:lnTo>
                      <a:pt x="0" y="80121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6332" tIns="65377" rIns="86332" bIns="65377" numCol="1" spcCol="1270" anchor="ctr" anchorCtr="0">
                <a:noAutofit/>
              </a:bodyPr>
              <a:p>
                <a:pPr algn="ctr" defTabSz="1466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33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16"/>
              <p:cNvSpPr/>
              <p:nvPr/>
            </p:nvSpPr>
            <p:spPr>
              <a:xfrm>
                <a:off x="7641383" y="2494252"/>
                <a:ext cx="2266626" cy="1869493"/>
              </a:xfrm>
              <a:custGeom>
                <a:avLst/>
                <a:gdLst>
                  <a:gd name="connsiteX0" fmla="*/ 0 w 2266626"/>
                  <a:gd name="connsiteY0" fmla="*/ 186949 h 1869493"/>
                  <a:gd name="connsiteX1" fmla="*/ 186949 w 2266626"/>
                  <a:gd name="connsiteY1" fmla="*/ 0 h 1869493"/>
                  <a:gd name="connsiteX2" fmla="*/ 2079677 w 2266626"/>
                  <a:gd name="connsiteY2" fmla="*/ 0 h 1869493"/>
                  <a:gd name="connsiteX3" fmla="*/ 2266626 w 2266626"/>
                  <a:gd name="connsiteY3" fmla="*/ 186949 h 1869493"/>
                  <a:gd name="connsiteX4" fmla="*/ 2266626 w 2266626"/>
                  <a:gd name="connsiteY4" fmla="*/ 1682544 h 1869493"/>
                  <a:gd name="connsiteX5" fmla="*/ 2079677 w 2266626"/>
                  <a:gd name="connsiteY5" fmla="*/ 1869493 h 1869493"/>
                  <a:gd name="connsiteX6" fmla="*/ 186949 w 2266626"/>
                  <a:gd name="connsiteY6" fmla="*/ 1869493 h 1869493"/>
                  <a:gd name="connsiteX7" fmla="*/ 0 w 2266626"/>
                  <a:gd name="connsiteY7" fmla="*/ 1682544 h 1869493"/>
                  <a:gd name="connsiteX8" fmla="*/ 0 w 2266626"/>
                  <a:gd name="connsiteY8" fmla="*/ 186949 h 1869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66626" h="1869493">
                    <a:moveTo>
                      <a:pt x="0" y="186949"/>
                    </a:moveTo>
                    <a:cubicBezTo>
                      <a:pt x="0" y="83700"/>
                      <a:pt x="83700" y="0"/>
                      <a:pt x="186949" y="0"/>
                    </a:cubicBezTo>
                    <a:lnTo>
                      <a:pt x="2079677" y="0"/>
                    </a:lnTo>
                    <a:cubicBezTo>
                      <a:pt x="2182926" y="0"/>
                      <a:pt x="2266626" y="83700"/>
                      <a:pt x="2266626" y="186949"/>
                    </a:cubicBezTo>
                    <a:lnTo>
                      <a:pt x="2266626" y="1682544"/>
                    </a:lnTo>
                    <a:cubicBezTo>
                      <a:pt x="2266626" y="1785793"/>
                      <a:pt x="2182926" y="1869493"/>
                      <a:pt x="2079677" y="1869493"/>
                    </a:cubicBezTo>
                    <a:lnTo>
                      <a:pt x="186949" y="1869493"/>
                    </a:lnTo>
                    <a:cubicBezTo>
                      <a:pt x="83700" y="1869493"/>
                      <a:pt x="0" y="1785793"/>
                      <a:pt x="0" y="1682544"/>
                    </a:cubicBezTo>
                    <a:lnTo>
                      <a:pt x="0" y="186949"/>
                    </a:lnTo>
                    <a:close/>
                  </a:path>
                </a:pathLst>
              </a:custGeom>
              <a:noFill/>
              <a:ln>
                <a:solidFill>
                  <a:srgbClr val="404046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8267" tIns="98267" rIns="98267" bIns="498873" numCol="1" spcCol="1270" anchor="t" anchorCtr="0">
                <a:noAutofit/>
              </a:bodyPr>
              <a:p>
                <a:pPr marL="285750" lvl="1" indent="-285750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zh-CN" altLang="en-US" sz="2900">
                  <a:solidFill>
                    <a:schemeClr val="tx1"/>
                  </a:solidFill>
                  <a:cs typeface="+mn-ea"/>
                  <a:sym typeface="+mn-lt"/>
                </a:endParaRPr>
              </a:p>
              <a:p>
                <a:pPr marL="285750" lvl="1" indent="-285750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zh-CN" altLang="en-US" sz="29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17"/>
              <p:cNvSpPr/>
              <p:nvPr/>
            </p:nvSpPr>
            <p:spPr>
              <a:xfrm>
                <a:off x="8145473" y="4162367"/>
                <a:ext cx="2014384" cy="602289"/>
              </a:xfrm>
              <a:custGeom>
                <a:avLst/>
                <a:gdLst>
                  <a:gd name="connsiteX0" fmla="*/ 0 w 2014779"/>
                  <a:gd name="connsiteY0" fmla="*/ 80121 h 801211"/>
                  <a:gd name="connsiteX1" fmla="*/ 80121 w 2014779"/>
                  <a:gd name="connsiteY1" fmla="*/ 0 h 801211"/>
                  <a:gd name="connsiteX2" fmla="*/ 1934658 w 2014779"/>
                  <a:gd name="connsiteY2" fmla="*/ 0 h 801211"/>
                  <a:gd name="connsiteX3" fmla="*/ 2014779 w 2014779"/>
                  <a:gd name="connsiteY3" fmla="*/ 80121 h 801211"/>
                  <a:gd name="connsiteX4" fmla="*/ 2014779 w 2014779"/>
                  <a:gd name="connsiteY4" fmla="*/ 721090 h 801211"/>
                  <a:gd name="connsiteX5" fmla="*/ 1934658 w 2014779"/>
                  <a:gd name="connsiteY5" fmla="*/ 801211 h 801211"/>
                  <a:gd name="connsiteX6" fmla="*/ 80121 w 2014779"/>
                  <a:gd name="connsiteY6" fmla="*/ 801211 h 801211"/>
                  <a:gd name="connsiteX7" fmla="*/ 0 w 2014779"/>
                  <a:gd name="connsiteY7" fmla="*/ 721090 h 801211"/>
                  <a:gd name="connsiteX8" fmla="*/ 0 w 2014779"/>
                  <a:gd name="connsiteY8" fmla="*/ 80121 h 801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14779" h="801211">
                    <a:moveTo>
                      <a:pt x="0" y="80121"/>
                    </a:moveTo>
                    <a:cubicBezTo>
                      <a:pt x="0" y="35871"/>
                      <a:pt x="35871" y="0"/>
                      <a:pt x="80121" y="0"/>
                    </a:cubicBezTo>
                    <a:lnTo>
                      <a:pt x="1934658" y="0"/>
                    </a:lnTo>
                    <a:cubicBezTo>
                      <a:pt x="1978908" y="0"/>
                      <a:pt x="2014779" y="35871"/>
                      <a:pt x="2014779" y="80121"/>
                    </a:cubicBezTo>
                    <a:lnTo>
                      <a:pt x="2014779" y="721090"/>
                    </a:lnTo>
                    <a:cubicBezTo>
                      <a:pt x="2014779" y="765340"/>
                      <a:pt x="1978908" y="801211"/>
                      <a:pt x="1934658" y="801211"/>
                    </a:cubicBezTo>
                    <a:lnTo>
                      <a:pt x="80121" y="801211"/>
                    </a:lnTo>
                    <a:cubicBezTo>
                      <a:pt x="35871" y="801211"/>
                      <a:pt x="0" y="765340"/>
                      <a:pt x="0" y="721090"/>
                    </a:cubicBezTo>
                    <a:lnTo>
                      <a:pt x="0" y="8012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6332" tIns="65377" rIns="86332" bIns="65377" numCol="1" spcCol="1270" anchor="ctr" anchorCtr="0">
                <a:noAutofit/>
              </a:bodyPr>
              <a:p>
                <a:pPr algn="ctr" defTabSz="1466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330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2046473" y="3261194"/>
              <a:ext cx="2187939" cy="156455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algn="ctr">
                <a:lnSpc>
                  <a:spcPct val="120000"/>
                </a:lnSpc>
              </a:pPr>
              <a:r>
                <a:rPr lang="zh-CN" altLang="en-US" sz="1200">
                  <a:cs typeface="+mn-ea"/>
                  <a:sym typeface="+mn-lt"/>
                </a:rPr>
                <a:t>微博、小红书话题打卡</a:t>
              </a:r>
              <a:r>
                <a:rPr lang="en-US" altLang="zh-CN" sz="1200">
                  <a:cs typeface="+mn-ea"/>
                  <a:sym typeface="+mn-lt"/>
                </a:rPr>
                <a:t>#28</a:t>
              </a:r>
              <a:r>
                <a:rPr lang="zh-CN" altLang="en-US" sz="1200">
                  <a:cs typeface="+mn-ea"/>
                  <a:sym typeface="+mn-lt"/>
                </a:rPr>
                <a:t>天打卡计划</a:t>
              </a:r>
              <a:r>
                <a:rPr lang="en-US" altLang="zh-CN" sz="1200">
                  <a:cs typeface="+mn-ea"/>
                  <a:sym typeface="+mn-lt"/>
                </a:rPr>
                <a:t>##</a:t>
              </a:r>
              <a:r>
                <a:rPr lang="zh-CN" altLang="en-US" sz="1200">
                  <a:cs typeface="+mn-ea"/>
                  <a:sym typeface="+mn-lt"/>
                </a:rPr>
                <a:t>自信面对，无痘更美</a:t>
              </a:r>
              <a:r>
                <a:rPr lang="en-US" altLang="zh-CN" sz="1200">
                  <a:cs typeface="+mn-ea"/>
                  <a:sym typeface="+mn-lt"/>
                </a:rPr>
                <a:t>#</a:t>
              </a:r>
              <a:r>
                <a:rPr lang="zh-CN" altLang="en-US" sz="1200">
                  <a:cs typeface="+mn-ea"/>
                  <a:sym typeface="+mn-lt"/>
                </a:rPr>
                <a:t>，为打卡的优质笔记创作者发放</a:t>
              </a:r>
              <a:r>
                <a:rPr lang="en-US" altLang="zh-CN" sz="1200">
                  <a:cs typeface="+mn-ea"/>
                  <a:sym typeface="+mn-lt"/>
                </a:rPr>
                <a:t>[</a:t>
              </a:r>
              <a:r>
                <a:rPr lang="zh-CN" altLang="en-US" sz="1200">
                  <a:cs typeface="+mn-ea"/>
                  <a:sym typeface="+mn-lt"/>
                </a:rPr>
                <a:t>晓平祛痘产品套装</a:t>
              </a:r>
              <a:r>
                <a:rPr lang="en-US" altLang="zh-CN" sz="1200">
                  <a:cs typeface="+mn-ea"/>
                  <a:sym typeface="+mn-lt"/>
                </a:rPr>
                <a:t>]</a:t>
              </a:r>
              <a:endParaRPr lang="en-US" altLang="zh-CN" sz="1200">
                <a:cs typeface="+mn-ea"/>
                <a:sym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2535836" y="4847136"/>
              <a:ext cx="2014779" cy="5882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algn="ctr">
                <a:lnSpc>
                  <a:spcPct val="120000"/>
                </a:lnSpc>
              </a:pPr>
              <a:r>
                <a:rPr lang="zh-CN" altLang="en-US" sz="1200" b="1">
                  <a:solidFill>
                    <a:schemeClr val="tx1"/>
                  </a:solidFill>
                  <a:cs typeface="+mn-ea"/>
                  <a:sym typeface="+mn-ea"/>
                </a:rPr>
                <a:t>自信面对，</a:t>
              </a:r>
              <a:endParaRPr lang="zh-CN" altLang="en-US" sz="1200" b="1">
                <a:solidFill>
                  <a:schemeClr val="tx1"/>
                </a:solidFill>
                <a:cs typeface="+mn-ea"/>
                <a:sym typeface="+mn-ea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200" b="1">
                  <a:solidFill>
                    <a:schemeClr val="tx1"/>
                  </a:solidFill>
                  <a:cs typeface="+mn-ea"/>
                  <a:sym typeface="+mn-ea"/>
                </a:rPr>
                <a:t>无痘更美</a:t>
              </a:r>
              <a:endParaRPr lang="zh-CN" altLang="en-US" sz="1200" b="1">
                <a:solidFill>
                  <a:schemeClr val="tx1"/>
                </a:solidFill>
                <a:cs typeface="+mn-ea"/>
                <a:sym typeface="+mn-ea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8145473" y="4979083"/>
              <a:ext cx="2014384" cy="386585"/>
            </a:xfrm>
            <a:prstGeom prst="rect">
              <a:avLst/>
            </a:prstGeom>
          </p:spPr>
          <p:txBody>
            <a:bodyPr wrap="square">
              <a:noAutofit/>
              <a:scene3d>
                <a:camera prst="orthographicFront"/>
                <a:lightRig rig="threePt" dir="t"/>
              </a:scene3d>
              <a:sp3d contourW="12700"/>
            </a:bodyPr>
            <a:p>
              <a:pPr algn="ctr">
                <a:lnSpc>
                  <a:spcPct val="120000"/>
                </a:lnSpc>
              </a:pPr>
              <a:r>
                <a:rPr lang="zh-CN" altLang="en-US" sz="1350" b="1">
                  <a:solidFill>
                    <a:schemeClr val="tx1"/>
                  </a:solidFill>
                  <a:cs typeface="+mn-ea"/>
                  <a:sym typeface="+mn-ea"/>
                </a:rPr>
                <a:t>送她一份晓温暖</a:t>
              </a:r>
              <a:endParaRPr lang="zh-CN" altLang="en-US" sz="135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endParaRPr lang="zh-CN" altLang="en-US" sz="135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5341323" y="2887800"/>
              <a:ext cx="2014779" cy="83269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algn="ctr">
                <a:lnSpc>
                  <a:spcPct val="120000"/>
                </a:lnSpc>
              </a:pPr>
              <a:r>
                <a:rPr lang="zh-CN" altLang="en-US" sz="1200" b="1">
                  <a:solidFill>
                    <a:schemeClr val="bg1"/>
                  </a:solidFill>
                  <a:cs typeface="+mn-ea"/>
                  <a:sym typeface="+mn-ea"/>
                </a:rPr>
                <a:t>释放女性力量，</a:t>
              </a:r>
              <a:endParaRPr lang="zh-CN" altLang="en-US" sz="1200" b="1">
                <a:solidFill>
                  <a:schemeClr val="bg1"/>
                </a:solidFill>
                <a:cs typeface="+mn-ea"/>
                <a:sym typeface="+mn-ea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200" b="1">
                  <a:solidFill>
                    <a:schemeClr val="bg1"/>
                  </a:solidFill>
                  <a:cs typeface="+mn-ea"/>
                  <a:sym typeface="+mn-ea"/>
                </a:rPr>
                <a:t>从肌肤开始</a:t>
              </a:r>
              <a:endParaRPr lang="zh-CN" altLang="en-US" sz="1200" b="1">
                <a:solidFill>
                  <a:schemeClr val="bg1"/>
                </a:solidFill>
                <a:cs typeface="+mn-ea"/>
              </a:endParaRPr>
            </a:p>
            <a:p>
              <a:pPr algn="ctr">
                <a:lnSpc>
                  <a:spcPct val="120000"/>
                </a:lnSpc>
              </a:pPr>
              <a:endParaRPr lang="zh-CN" altLang="en-US" sz="12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7680728" y="3508413"/>
              <a:ext cx="2187939" cy="10764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algn="ctr">
                <a:lnSpc>
                  <a:spcPct val="120000"/>
                </a:lnSpc>
              </a:pPr>
              <a:r>
                <a:rPr lang="zh-CN" altLang="en-US" sz="1200">
                  <a:cs typeface="+mn-ea"/>
                  <a:sym typeface="+mn-lt"/>
                </a:rPr>
                <a:t>开展</a:t>
              </a:r>
              <a:r>
                <a:rPr lang="en-US" altLang="zh-CN" sz="1200">
                  <a:cs typeface="+mn-ea"/>
                  <a:sym typeface="+mn-lt"/>
                </a:rPr>
                <a:t>“</a:t>
              </a:r>
              <a:r>
                <a:rPr lang="zh-CN" altLang="en-US" sz="1200">
                  <a:cs typeface="+mn-ea"/>
                  <a:sym typeface="+mn-lt"/>
                </a:rPr>
                <a:t>送她一份晓温暖</a:t>
              </a:r>
              <a:r>
                <a:rPr lang="en-US" altLang="zh-CN" sz="1200">
                  <a:cs typeface="+mn-ea"/>
                  <a:sym typeface="+mn-lt"/>
                </a:rPr>
                <a:t>”</a:t>
              </a:r>
              <a:r>
                <a:rPr lang="zh-CN" altLang="en-US" sz="1200">
                  <a:cs typeface="+mn-ea"/>
                  <a:sym typeface="+mn-lt"/>
                </a:rPr>
                <a:t>公益活动，为十所乡村中学女生捐赠</a:t>
              </a:r>
              <a:r>
                <a:rPr lang="en-US" altLang="zh-CN" sz="1200">
                  <a:cs typeface="+mn-ea"/>
                  <a:sym typeface="+mn-lt"/>
                </a:rPr>
                <a:t>“</a:t>
              </a:r>
              <a:r>
                <a:rPr lang="zh-CN" altLang="en-US" sz="1200">
                  <a:cs typeface="+mn-ea"/>
                  <a:sym typeface="+mn-lt"/>
                </a:rPr>
                <a:t>晓平系列</a:t>
              </a:r>
              <a:r>
                <a:rPr lang="en-US" altLang="zh-CN" sz="1200">
                  <a:cs typeface="+mn-ea"/>
                  <a:sym typeface="+mn-lt"/>
                </a:rPr>
                <a:t>”</a:t>
              </a:r>
              <a:r>
                <a:rPr lang="zh-CN" altLang="en-US" sz="1200">
                  <a:cs typeface="+mn-ea"/>
                  <a:sym typeface="+mn-lt"/>
                </a:rPr>
                <a:t>护肤品。</a:t>
              </a:r>
              <a:endParaRPr lang="zh-CN" altLang="en-US" sz="1200">
                <a:cs typeface="+mn-ea"/>
                <a:sym typeface="+mn-lt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4955381" y="3720579"/>
              <a:ext cx="2069834" cy="10764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algn="ctr">
                <a:lnSpc>
                  <a:spcPct val="120000"/>
                </a:lnSpc>
              </a:pPr>
              <a:r>
                <a:rPr lang="zh-CN" altLang="en-US" sz="1200">
                  <a:cs typeface="+mn-ea"/>
                  <a:sym typeface="+mn-lt"/>
                </a:rPr>
                <a:t>在妇女节当天开展线下商圈快闪店开展线下快闪店和线上直播宣传</a:t>
              </a:r>
              <a:endParaRPr lang="zh-CN" altLang="en-US" sz="1200">
                <a:cs typeface="+mn-ea"/>
                <a:sym typeface="+mn-lt"/>
              </a:endParaRPr>
            </a:p>
          </p:txBody>
        </p:sp>
      </p:grpSp>
      <p:sp>
        <p:nvSpPr>
          <p:cNvPr id="7" name="Title 2"/>
          <p:cNvSpPr txBox="1"/>
          <p:nvPr/>
        </p:nvSpPr>
        <p:spPr>
          <a:xfrm>
            <a:off x="1127760" y="589915"/>
            <a:ext cx="4782185" cy="636270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Project 1  |  </a:t>
            </a:r>
            <a:r>
              <a:rPr kumimoji="0" lang="zh-CN" altLang="en-US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晓平祛痘系列广告策划</a:t>
            </a:r>
            <a:endParaRPr kumimoji="0" lang="zh-CN" altLang="en-US" sz="28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4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68830" y="1808480"/>
            <a:ext cx="4986020" cy="3385185"/>
          </a:xfrm>
          <a:prstGeom prst="rect">
            <a:avLst/>
          </a:prstGeom>
        </p:spPr>
        <p:txBody>
          <a:bodyPr>
            <a:noAutofit/>
          </a:bodyPr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</a:rPr>
              <a:t>①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晓平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你的肌肤是一篇诗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每一字都是自信的注解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用心绽放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谱写属于自己的美丽篇章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just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</a:rPr>
              <a:t> 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just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</a:rPr>
              <a:t> 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just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</a:rPr>
              <a:t> 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黑体" panose="02010609060101010101" charset="-122"/>
                <a:ea typeface="黑体" panose="02010609060101010101" charset="-122"/>
              </a:rPr>
              <a:t> </a:t>
            </a:r>
            <a:endParaRPr lang="zh-CN" altLang="en-US" sz="1600" b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28080" y="1931035"/>
            <a:ext cx="609600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②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晓平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坚守自我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执着于每一寸肌肤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在岁月中找到属于自己的美丽密码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-9471837" y="-2697328"/>
            <a:ext cx="13707425" cy="12252770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581785" y="193103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短文案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81785" y="1409700"/>
            <a:ext cx="12414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kern="3000" spc="-3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  <a:sym typeface="+mn-ea"/>
              </a:rPr>
              <a:t>广告表现</a:t>
            </a:r>
            <a:endParaRPr lang="zh-CN" altLang="en-US">
              <a:sym typeface="+mn-ea"/>
            </a:endParaRPr>
          </a:p>
        </p:txBody>
      </p:sp>
      <p:sp>
        <p:nvSpPr>
          <p:cNvPr id="8" name="Title 2"/>
          <p:cNvSpPr txBox="1"/>
          <p:nvPr/>
        </p:nvSpPr>
        <p:spPr>
          <a:xfrm>
            <a:off x="1127760" y="589915"/>
            <a:ext cx="4782185" cy="636270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Project 1  |  </a:t>
            </a:r>
            <a:r>
              <a:rPr kumimoji="0" lang="zh-CN" altLang="en-US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晓平祛痘系列广告策划</a:t>
            </a:r>
            <a:endParaRPr kumimoji="0" lang="zh-CN" altLang="en-US" sz="28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4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68830" y="1808480"/>
            <a:ext cx="4986020" cy="4245610"/>
          </a:xfrm>
          <a:prstGeom prst="rect">
            <a:avLst/>
          </a:prstGeom>
        </p:spPr>
        <p:txBody>
          <a:bodyPr>
            <a:noAutofit/>
          </a:bodyPr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我在想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这是我吗？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那个原本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</a:rPr>
              <a:t>“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无瑕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</a:rPr>
              <a:t>”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的我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显然不是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你去哪了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我不知道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</a:rPr>
              <a:t>也不想，更不敢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just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</a:rPr>
              <a:t> 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just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</a:rPr>
              <a:t> 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黑体" panose="02010609060101010101" charset="-122"/>
                <a:ea typeface="黑体" panose="02010609060101010101" charset="-122"/>
              </a:rPr>
              <a:t> </a:t>
            </a:r>
            <a:endParaRPr lang="zh-CN" altLang="en-US" sz="1600" b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0" y="589915"/>
            <a:ext cx="609600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你忽视了我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但我仍在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依然对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“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出现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”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充满期待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时间流逝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我会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“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焕发新生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”</a:t>
            </a:r>
            <a:endParaRPr lang="en-US" altLang="zh-CN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重新与你来一场相遇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你我本来如此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再次见到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“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原本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”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的你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这种感觉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真的很好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 algn="ctr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晓平祛痘，奔赴下场相遇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sym typeface="+mn-ea"/>
              </a:rPr>
              <a:t> </a:t>
            </a:r>
            <a:endParaRPr lang="zh-CN" altLang="en-US" sz="1600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-10388142" y="-2195043"/>
            <a:ext cx="13707425" cy="12252770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581785" y="193103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长文案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81785" y="1409700"/>
            <a:ext cx="12414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kern="3000" spc="-3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  <a:sym typeface="+mn-ea"/>
              </a:rPr>
              <a:t>广告表现</a:t>
            </a:r>
            <a:endParaRPr lang="zh-CN" altLang="en-US">
              <a:sym typeface="+mn-ea"/>
            </a:endParaRPr>
          </a:p>
        </p:txBody>
      </p:sp>
      <p:sp>
        <p:nvSpPr>
          <p:cNvPr id="8" name="Title 2"/>
          <p:cNvSpPr txBox="1"/>
          <p:nvPr/>
        </p:nvSpPr>
        <p:spPr>
          <a:xfrm>
            <a:off x="1127760" y="589915"/>
            <a:ext cx="4782185" cy="636270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Project 1  |  </a:t>
            </a:r>
            <a:r>
              <a:rPr kumimoji="0" lang="zh-CN" altLang="en-US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晓平祛痘系列广告策划</a:t>
            </a:r>
            <a:endParaRPr kumimoji="0" lang="zh-CN" altLang="en-US" sz="28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/>
        </p:nvSpPr>
        <p:spPr>
          <a:xfrm>
            <a:off x="-12027077" y="-2880843"/>
            <a:ext cx="13707425" cy="12252770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4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2"/>
          <p:cNvSpPr txBox="1"/>
          <p:nvPr/>
        </p:nvSpPr>
        <p:spPr>
          <a:xfrm>
            <a:off x="1127760" y="589915"/>
            <a:ext cx="4782185" cy="636270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Project 2  |  </a:t>
            </a:r>
            <a:r>
              <a:rPr kumimoji="0" lang="zh-CN" altLang="en-US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珀莱雅品牌</a:t>
            </a:r>
            <a:r>
              <a:rPr kumimoji="0" lang="zh-CN" altLang="en-US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策划案</a:t>
            </a:r>
            <a:endParaRPr kumimoji="0" lang="zh-CN" altLang="en-US" sz="28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48" name="Title 2"/>
          <p:cNvSpPr txBox="1"/>
          <p:nvPr>
            <p:custDataLst>
              <p:tags r:id="rId1"/>
            </p:custDataLst>
          </p:nvPr>
        </p:nvSpPr>
        <p:spPr>
          <a:xfrm>
            <a:off x="1227455" y="1482725"/>
            <a:ext cx="3582670" cy="401955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广告策略</a:t>
            </a:r>
            <a:endParaRPr kumimoji="0" lang="en-US" sz="20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62530" y="1657985"/>
            <a:ext cx="4171315" cy="23012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39280" y="1637030"/>
            <a:ext cx="4260215" cy="23710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62530" y="4269105"/>
            <a:ext cx="4224655" cy="23704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/>
        </p:nvSpPr>
        <p:spPr>
          <a:xfrm>
            <a:off x="-12027077" y="-2880843"/>
            <a:ext cx="13707425" cy="12252770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4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2"/>
          <p:cNvSpPr txBox="1"/>
          <p:nvPr/>
        </p:nvSpPr>
        <p:spPr>
          <a:xfrm>
            <a:off x="1127760" y="589915"/>
            <a:ext cx="4782185" cy="636270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Project 2  |  </a:t>
            </a:r>
            <a:r>
              <a:rPr kumimoji="0" lang="zh-CN" altLang="en-US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珀莱雅品牌</a:t>
            </a:r>
            <a:r>
              <a:rPr kumimoji="0" lang="zh-CN" altLang="en-US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策划案</a:t>
            </a:r>
            <a:endParaRPr kumimoji="0" lang="zh-CN" altLang="en-US" sz="28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18385" y="1523365"/>
            <a:ext cx="4620895" cy="25990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39280" y="1482725"/>
            <a:ext cx="4742815" cy="26593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318385" y="4065905"/>
            <a:ext cx="4621530" cy="25419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59600" y="4025265"/>
            <a:ext cx="4636135" cy="2580640"/>
          </a:xfrm>
          <a:prstGeom prst="rect">
            <a:avLst/>
          </a:prstGeom>
        </p:spPr>
      </p:pic>
      <p:sp>
        <p:nvSpPr>
          <p:cNvPr id="48" name="Title 2"/>
          <p:cNvSpPr txBox="1"/>
          <p:nvPr>
            <p:custDataLst>
              <p:tags r:id="rId9"/>
            </p:custDataLst>
          </p:nvPr>
        </p:nvSpPr>
        <p:spPr>
          <a:xfrm>
            <a:off x="1127760" y="1361440"/>
            <a:ext cx="3582670" cy="401955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广告表现</a:t>
            </a:r>
            <a:r>
              <a:rPr kumimoji="0" lang="en-US" altLang="zh-CN" sz="20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&amp;</a:t>
            </a:r>
            <a:r>
              <a:rPr kumimoji="0" lang="zh-CN" altLang="en-US" sz="20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媒介排期</a:t>
            </a:r>
            <a:endParaRPr kumimoji="0" lang="zh-CN" altLang="en-US" sz="20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/>
        </p:nvSpPr>
        <p:spPr>
          <a:xfrm>
            <a:off x="-12027077" y="-2880843"/>
            <a:ext cx="13707425" cy="12252770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4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2"/>
          <p:cNvSpPr txBox="1"/>
          <p:nvPr/>
        </p:nvSpPr>
        <p:spPr>
          <a:xfrm>
            <a:off x="1127760" y="589915"/>
            <a:ext cx="4782185" cy="636270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Project 2  |  </a:t>
            </a:r>
            <a:r>
              <a:rPr kumimoji="0" lang="zh-CN" altLang="en-US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珀莱雅品牌</a:t>
            </a:r>
            <a:r>
              <a:rPr kumimoji="0" lang="zh-CN" altLang="en-US" sz="28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策划案</a:t>
            </a:r>
            <a:endParaRPr kumimoji="0" lang="zh-CN" altLang="en-US" sz="28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48" name="Title 2"/>
          <p:cNvSpPr txBox="1"/>
          <p:nvPr>
            <p:custDataLst>
              <p:tags r:id="rId1"/>
            </p:custDataLst>
          </p:nvPr>
        </p:nvSpPr>
        <p:spPr>
          <a:xfrm>
            <a:off x="1227455" y="1482725"/>
            <a:ext cx="3582670" cy="401955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广告文案</a:t>
            </a:r>
            <a:endParaRPr kumimoji="0" lang="en-US" sz="20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18385" y="1482725"/>
            <a:ext cx="4552950" cy="25825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871335" y="1482725"/>
            <a:ext cx="4813300" cy="26581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318385" y="4065270"/>
            <a:ext cx="4552315" cy="25406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-4376126" y="-2317765"/>
            <a:ext cx="27197093" cy="25014889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hape 20"/>
          <p:cNvSpPr txBox="1"/>
          <p:nvPr/>
        </p:nvSpPr>
        <p:spPr>
          <a:xfrm>
            <a:off x="3765978" y="176494"/>
            <a:ext cx="4660044" cy="4437981"/>
          </a:xfrm>
          <a:prstGeom prst="rect">
            <a:avLst/>
          </a:prstGeom>
        </p:spPr>
        <p:txBody>
          <a:bodyPr lIns="0" tIns="0" rIns="0" bIns="0" anchor="t" anchorCtr="0">
            <a:normAutofit fontScale="92500"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700" dirty="0">
                <a:gradFill flip="none" rotWithShape="1">
                  <a:gsLst>
                    <a:gs pos="98000">
                      <a:schemeClr val="bg1">
                        <a:alpha val="0"/>
                      </a:schemeClr>
                    </a:gs>
                    <a:gs pos="48000">
                      <a:schemeClr val="tx2">
                        <a:lumMod val="60000"/>
                        <a:lumOff val="40000"/>
                        <a:alpha val="26000"/>
                      </a:schemeClr>
                    </a:gs>
                    <a:gs pos="0">
                      <a:schemeClr val="tx2">
                        <a:alpha val="6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</a:rPr>
              <a:t>02</a:t>
            </a:r>
            <a:endParaRPr lang="en-US" sz="30700" dirty="0">
              <a:gradFill flip="none" rotWithShape="1">
                <a:gsLst>
                  <a:gs pos="98000">
                    <a:schemeClr val="bg1">
                      <a:alpha val="0"/>
                    </a:schemeClr>
                  </a:gs>
                  <a:gs pos="48000">
                    <a:schemeClr val="tx2">
                      <a:lumMod val="60000"/>
                      <a:lumOff val="40000"/>
                      <a:alpha val="26000"/>
                    </a:schemeClr>
                  </a:gs>
                  <a:gs pos="0">
                    <a:schemeClr val="tx2">
                      <a:alpha val="65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</a:endParaRPr>
          </a:p>
        </p:txBody>
      </p:sp>
      <p:sp>
        <p:nvSpPr>
          <p:cNvPr id="4" name="Title 2"/>
          <p:cNvSpPr txBox="1"/>
          <p:nvPr/>
        </p:nvSpPr>
        <p:spPr>
          <a:xfrm>
            <a:off x="3126105" y="2821305"/>
            <a:ext cx="5939790" cy="1215390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视觉作品</a:t>
            </a:r>
            <a:endParaRPr kumimoji="0" lang="en-US" sz="66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38651" y="3968496"/>
            <a:ext cx="5314698" cy="956991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ctr" defTabSz="1813560">
              <a:lnSpc>
                <a:spcPct val="80000"/>
              </a:lnSpc>
              <a:spcBef>
                <a:spcPct val="0"/>
              </a:spcBef>
              <a:buNone/>
              <a:defRPr sz="15995" b="1" kern="3000" spc="0" baseline="0">
                <a:gradFill>
                  <a:gsLst>
                    <a:gs pos="30000">
                      <a:schemeClr val="accent3">
                        <a:lumMod val="75000"/>
                      </a:schemeClr>
                    </a:gs>
                    <a:gs pos="50000">
                      <a:schemeClr val="accent3">
                        <a:lumMod val="60000"/>
                        <a:lumOff val="40000"/>
                      </a:schemeClr>
                    </a:gs>
                    <a:gs pos="3500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3000" cap="none" spc="0" normalizeH="0" baseline="0" noProof="0" dirty="0">
                <a:ln>
                  <a:noFill/>
                </a:ln>
                <a:gradFill>
                  <a:gsLst>
                    <a:gs pos="11000">
                      <a:srgbClr val="AD9DA0">
                        <a:lumMod val="75000"/>
                      </a:srgbClr>
                    </a:gs>
                    <a:gs pos="68000">
                      <a:srgbClr val="AD9DA0">
                        <a:lumMod val="60000"/>
                        <a:lumOff val="40000"/>
                      </a:srgbClr>
                    </a:gs>
                    <a:gs pos="35000">
                      <a:srgbClr val="AD9DA0">
                        <a:lumMod val="20000"/>
                        <a:lumOff val="80000"/>
                      </a:srgbClr>
                    </a:gs>
                    <a:gs pos="100000">
                      <a:srgbClr val="AD9DA0"/>
                    </a:gs>
                  </a:gsLst>
                  <a:lin ang="2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+mj-ea"/>
                <a:cs typeface="+mj-cs"/>
              </a:rPr>
              <a:t>Visual</a:t>
            </a:r>
            <a:endParaRPr kumimoji="0" lang="zh-CN" altLang="en-US" sz="3600" b="1" i="0" u="none" strike="noStrike" kern="3000" cap="none" spc="0" normalizeH="0" baseline="0" noProof="0" dirty="0">
              <a:ln>
                <a:noFill/>
              </a:ln>
              <a:gradFill>
                <a:gsLst>
                  <a:gs pos="11000">
                    <a:srgbClr val="AD9DA0">
                      <a:lumMod val="75000"/>
                    </a:srgbClr>
                  </a:gs>
                  <a:gs pos="68000">
                    <a:srgbClr val="AD9DA0">
                      <a:lumMod val="60000"/>
                      <a:lumOff val="40000"/>
                    </a:srgbClr>
                  </a:gs>
                  <a:gs pos="35000">
                    <a:srgbClr val="AD9DA0">
                      <a:lumMod val="20000"/>
                      <a:lumOff val="80000"/>
                    </a:srgbClr>
                  </a:gs>
                  <a:gs pos="100000">
                    <a:srgbClr val="AD9DA0"/>
                  </a:gs>
                </a:gsLst>
                <a:lin ang="2400000" scaled="0"/>
              </a:gradFill>
              <a:effectLst/>
              <a:uLnTx/>
              <a:uFillTx/>
              <a:latin typeface="微软雅黑" panose="020B0503020204020204" pitchFamily="34" charset="-122"/>
              <a:ea typeface="+mj-ea"/>
              <a:cs typeface="+mj-cs"/>
            </a:endParaRPr>
          </a:p>
        </p:txBody>
      </p:sp>
      <p:sp>
        <p:nvSpPr>
          <p:cNvPr id="8" name="Shape 90"/>
          <p:cNvSpPr txBox="1"/>
          <p:nvPr/>
        </p:nvSpPr>
        <p:spPr>
          <a:xfrm rot="16200000">
            <a:off x="-776127" y="4272582"/>
            <a:ext cx="2568256" cy="101600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j-lt"/>
                <a:ea typeface="Work Sans Medium"/>
                <a:cs typeface="Work Sans Medium"/>
                <a:sym typeface="Work Sans Medium"/>
              </a:defRPr>
            </a:lvl1pPr>
            <a:lvl2pPr marL="0" marR="0" indent="0" algn="l" defTabSz="6858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3600" b="0" i="0" u="none" strike="noStrike" cap="none" spc="-225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Work Sans"/>
                <a:cs typeface="Work Sans"/>
                <a:sym typeface="Helvetica"/>
              </a:defRPr>
            </a:lvl2pPr>
            <a:lvl3pPr marL="0" marR="0" indent="0" algn="l" defTabSz="68580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strike="noStrike" cap="none" spc="-135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6858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135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Work Sans Medium" panose="00000600000000000000" pitchFamily="2" charset="0"/>
                <a:cs typeface="Work Sans Medium" panose="00000600000000000000" pitchFamily="2" charset="0"/>
                <a:sym typeface="Helvetica"/>
              </a:defRPr>
            </a:lvl4pPr>
            <a:lvl5pPr marL="0" marR="0" indent="0" algn="l" defTabSz="68580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15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Work Sans"/>
                <a:cs typeface="Work Sans"/>
                <a:sym typeface="Helvetica"/>
              </a:defRPr>
            </a:lvl5pPr>
            <a:lvl6pPr marL="0" marR="0" indent="0" algn="l" defTabSz="68580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12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Work Sans"/>
                <a:cs typeface="Work Sans"/>
                <a:sym typeface="Helvetica"/>
              </a:defRPr>
            </a:lvl6pPr>
            <a:lvl7pPr marL="0" marR="0" indent="0" algn="l" defTabSz="685800" eaLnBrk="1" fontAlgn="auto" latinLnBrk="0" hangingPunct="1">
              <a:lnSpc>
                <a:spcPct val="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14400" b="0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Work Sans"/>
                <a:cs typeface="Work Sans"/>
                <a:sym typeface="Helvetica"/>
              </a:defRPr>
            </a:lvl7pPr>
            <a:lvl8pPr marL="0" marR="0" indent="0" algn="l" defTabSz="6858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1500" b="1" i="0" u="none" strike="noStrike" cap="none" spc="0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6858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9000" b="0" i="0" u="none" strike="noStrike" cap="none" spc="-225" baseline="0">
                <a:ln>
                  <a:noFill/>
                </a:ln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algn="ctr"/>
            <a:r>
              <a:rPr lang="en-US" sz="900" spc="200" dirty="0">
                <a:solidFill>
                  <a:schemeClr val="tx1">
                    <a:alpha val="50000"/>
                  </a:schemeClr>
                </a:solidFill>
                <a:latin typeface="微软雅黑" panose="020B0503020204020204" pitchFamily="34" charset="-122"/>
              </a:rPr>
              <a:t>www.1ppt.com</a:t>
            </a:r>
            <a:endParaRPr lang="en-US" sz="900" spc="200" dirty="0">
              <a:solidFill>
                <a:schemeClr val="tx1">
                  <a:alpha val="50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10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占位符 13" descr="桌子上有杯子&#10;&#10;描述已自动生成"/>
          <p:cNvPicPr>
            <a:picLocks noGrp="1" noChangeAspect="1"/>
          </p:cNvPicPr>
          <p:nvPr>
            <p:ph type="pic" sz="quarter" idx="65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08" r="14608"/>
          <a:stretch>
            <a:fillRect/>
          </a:stretch>
        </p:blipFill>
        <p:spPr/>
      </p:pic>
      <p:sp>
        <p:nvSpPr>
          <p:cNvPr id="4" name="文本占位符 3"/>
          <p:cNvSpPr>
            <a:spLocks noGrp="1"/>
          </p:cNvSpPr>
          <p:nvPr>
            <p:ph type="body" sz="quarter" idx="141"/>
          </p:nvPr>
        </p:nvSpPr>
        <p:spPr>
          <a:xfrm>
            <a:off x="1347880" y="1115407"/>
            <a:ext cx="2241755" cy="2848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050" spc="200" smtClean="0">
                <a:solidFill>
                  <a:schemeClr val="tx1"/>
                </a:solidFill>
                <a:effectLst/>
                <a:ea typeface="+mn-ea"/>
                <a:cs typeface="+mn-cs"/>
              </a:rPr>
              <a:t>罗意威香水广告摄影</a:t>
            </a:r>
            <a:endParaRPr lang="en-US" altLang="zh-CN" sz="1050" spc="200" smtClean="0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Loewe perfume advertising photography</a:t>
            </a:r>
            <a:endParaRPr lang="en-US" altLang="zh-CN"/>
          </a:p>
          <a:p>
            <a:endParaRPr lang="zh-CN" altLang="en-US"/>
          </a:p>
        </p:txBody>
      </p:sp>
      <p:sp>
        <p:nvSpPr>
          <p:cNvPr id="7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8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占位符 19" descr="桌子上的水果&#10;&#10;描述已自动生成"/>
          <p:cNvPicPr>
            <a:picLocks noGrp="1" noChangeAspect="1"/>
          </p:cNvPicPr>
          <p:nvPr>
            <p:ph type="pic" sz="quarter" idx="68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" b="10458"/>
          <a:stretch>
            <a:fillRect/>
          </a:stretch>
        </p:blipFill>
        <p:spPr>
          <a:xfrm>
            <a:off x="4142347" y="1119532"/>
            <a:ext cx="4904436" cy="6570576"/>
          </a:xfrm>
        </p:spPr>
      </p:pic>
      <p:pic>
        <p:nvPicPr>
          <p:cNvPr id="11" name="图片 10" descr="微信图片_2025040209090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42105" y="1123950"/>
            <a:ext cx="4904740" cy="7357110"/>
          </a:xfrm>
          <a:prstGeom prst="rect">
            <a:avLst/>
          </a:prstGeom>
        </p:spPr>
      </p:pic>
      <p:pic>
        <p:nvPicPr>
          <p:cNvPr id="2" name="图片 1" descr="微信图片_202504020908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6660" y="3496945"/>
            <a:ext cx="2173605" cy="336105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4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图片 88" descr="border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02940" y="664210"/>
            <a:ext cx="3814445" cy="5882005"/>
          </a:xfrm>
          <a:prstGeom prst="rect">
            <a:avLst/>
          </a:prstGeom>
        </p:spPr>
      </p:pic>
      <p:pic>
        <p:nvPicPr>
          <p:cNvPr id="64" name="图片 63" descr="border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43495" y="671195"/>
            <a:ext cx="3616325" cy="5875020"/>
          </a:xfrm>
          <a:prstGeom prst="rect">
            <a:avLst/>
          </a:prstGeom>
        </p:spPr>
      </p:pic>
      <p:pic>
        <p:nvPicPr>
          <p:cNvPr id="91" name="图片 90" descr="5021008520930140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22700" y="793115"/>
            <a:ext cx="2806700" cy="3910330"/>
          </a:xfrm>
          <a:prstGeom prst="rect">
            <a:avLst/>
          </a:prstGeom>
        </p:spPr>
      </p:pic>
      <p:pic>
        <p:nvPicPr>
          <p:cNvPr id="92" name="图片 91" descr="75880308749882287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b="5230"/>
          <a:stretch>
            <a:fillRect/>
          </a:stretch>
        </p:blipFill>
        <p:spPr>
          <a:xfrm>
            <a:off x="8253095" y="793115"/>
            <a:ext cx="2647315" cy="4027170"/>
          </a:xfrm>
          <a:prstGeom prst="rect">
            <a:avLst/>
          </a:prstGeom>
        </p:spPr>
      </p:pic>
      <p:sp>
        <p:nvSpPr>
          <p:cNvPr id="27" name="椭圆 26"/>
          <p:cNvSpPr/>
          <p:nvPr/>
        </p:nvSpPr>
        <p:spPr>
          <a:xfrm>
            <a:off x="-10345597" y="-4733773"/>
            <a:ext cx="13707425" cy="12252770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占位符 3"/>
          <p:cNvSpPr>
            <a:spLocks noGrp="1"/>
          </p:cNvSpPr>
          <p:nvPr/>
        </p:nvSpPr>
        <p:spPr>
          <a:xfrm>
            <a:off x="1347880" y="1034762"/>
            <a:ext cx="2241755" cy="284891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endParaRPr lang="zh-CN" altLang="en-US" sz="1050" spc="200" smtClean="0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sp>
        <p:nvSpPr>
          <p:cNvPr id="10" name="文本占位符 3"/>
          <p:cNvSpPr>
            <a:spLocks noGrp="1"/>
          </p:cNvSpPr>
          <p:nvPr/>
        </p:nvSpPr>
        <p:spPr>
          <a:xfrm>
            <a:off x="1347880" y="1115407"/>
            <a:ext cx="2241755" cy="284891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050" spc="200" smtClean="0">
                <a:solidFill>
                  <a:schemeClr val="tx1"/>
                </a:solidFill>
                <a:effectLst/>
                <a:ea typeface="+mn-ea"/>
                <a:cs typeface="+mn-cs"/>
              </a:rPr>
              <a:t>SICAF</a:t>
            </a:r>
            <a:r>
              <a:rPr lang="zh-CN" altLang="en-US" sz="1050" spc="200" smtClean="0">
                <a:solidFill>
                  <a:schemeClr val="tx1"/>
                </a:solidFill>
                <a:effectLst/>
                <a:ea typeface="+mn-ea"/>
                <a:cs typeface="+mn-cs"/>
              </a:rPr>
              <a:t>宣传海报</a:t>
            </a:r>
            <a:endParaRPr lang="zh-CN" altLang="en-US" sz="1050" spc="200" smtClean="0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sp>
        <p:nvSpPr>
          <p:cNvPr id="11" name="文本占位符 4"/>
          <p:cNvSpPr>
            <a:spLocks noGrp="1"/>
          </p:cNvSpPr>
          <p:nvPr/>
        </p:nvSpPr>
        <p:spPr>
          <a:xfrm>
            <a:off x="1283110" y="559868"/>
            <a:ext cx="2241755" cy="555898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US" sz="1050" b="0" i="0" kern="1200" spc="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/>
              <a:t>SICAF Promotional poster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4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9eb2fb2f4291efcfc96665d913d6b5e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89545" y="941705"/>
            <a:ext cx="3709035" cy="5248275"/>
          </a:xfrm>
          <a:prstGeom prst="rect">
            <a:avLst/>
          </a:prstGeom>
        </p:spPr>
      </p:pic>
      <p:pic>
        <p:nvPicPr>
          <p:cNvPr id="11" name="图片 10" descr="7af8ceddb542d70ed6cb11d58d47ef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80410" y="941705"/>
            <a:ext cx="3706495" cy="5244465"/>
          </a:xfrm>
          <a:prstGeom prst="rect">
            <a:avLst/>
          </a:prstGeom>
        </p:spPr>
      </p:pic>
      <p:sp>
        <p:nvSpPr>
          <p:cNvPr id="46" name="文本占位符 3"/>
          <p:cNvSpPr>
            <a:spLocks noGrp="1"/>
          </p:cNvSpPr>
          <p:nvPr/>
        </p:nvSpPr>
        <p:spPr>
          <a:xfrm>
            <a:off x="1347880" y="1115407"/>
            <a:ext cx="2241755" cy="284891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50" kern="1200" spc="0" baseline="0">
                <a:solidFill>
                  <a:schemeClr val="tx1">
                    <a:alpha val="6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050" spc="200" smtClean="0">
                <a:solidFill>
                  <a:schemeClr val="tx1"/>
                </a:solidFill>
                <a:effectLst/>
                <a:ea typeface="+mn-ea"/>
                <a:cs typeface="+mn-cs"/>
              </a:rPr>
              <a:t>“</a:t>
            </a:r>
            <a:r>
              <a:rPr lang="zh-CN" altLang="en-US" sz="1050" spc="200" smtClean="0">
                <a:solidFill>
                  <a:schemeClr val="tx1"/>
                </a:solidFill>
                <a:effectLst/>
                <a:ea typeface="+mn-ea"/>
                <a:cs typeface="+mn-cs"/>
              </a:rPr>
              <a:t>咖位</a:t>
            </a:r>
            <a:r>
              <a:rPr lang="en-US" altLang="zh-CN" sz="1050" spc="200" smtClean="0">
                <a:solidFill>
                  <a:schemeClr val="tx1"/>
                </a:solidFill>
                <a:effectLst/>
                <a:ea typeface="+mn-ea"/>
                <a:cs typeface="+mn-cs"/>
              </a:rPr>
              <a:t>”</a:t>
            </a:r>
            <a:r>
              <a:rPr lang="zh-CN" altLang="en-US" sz="1050" spc="200" smtClean="0">
                <a:solidFill>
                  <a:schemeClr val="tx1"/>
                </a:solidFill>
                <a:effectLst/>
                <a:ea typeface="+mn-ea"/>
                <a:cs typeface="+mn-cs"/>
              </a:rPr>
              <a:t>宣传海报</a:t>
            </a:r>
            <a:endParaRPr lang="zh-CN" altLang="en-US" sz="1050" spc="200" smtClean="0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sp>
        <p:nvSpPr>
          <p:cNvPr id="48" name="文本占位符 4"/>
          <p:cNvSpPr>
            <a:spLocks noGrp="1"/>
          </p:cNvSpPr>
          <p:nvPr/>
        </p:nvSpPr>
        <p:spPr>
          <a:xfrm>
            <a:off x="1283110" y="559868"/>
            <a:ext cx="2241755" cy="555898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US" sz="1050" b="0" i="0" kern="1200" spc="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/>
              <a:t>Wahaha's beverage poster</a:t>
            </a:r>
            <a:endParaRPr lang="en-US" altLang="zh-CN"/>
          </a:p>
        </p:txBody>
      </p:sp>
      <p:sp>
        <p:nvSpPr>
          <p:cNvPr id="49" name="椭圆 48"/>
          <p:cNvSpPr/>
          <p:nvPr/>
        </p:nvSpPr>
        <p:spPr>
          <a:xfrm>
            <a:off x="-11229517" y="-3301848"/>
            <a:ext cx="13707425" cy="12252770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-4376126" y="-2317765"/>
            <a:ext cx="27197093" cy="25014889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hape 20"/>
          <p:cNvSpPr txBox="1"/>
          <p:nvPr/>
        </p:nvSpPr>
        <p:spPr>
          <a:xfrm>
            <a:off x="3765978" y="145134"/>
            <a:ext cx="4660044" cy="4437981"/>
          </a:xfrm>
          <a:prstGeom prst="rect">
            <a:avLst/>
          </a:prstGeom>
        </p:spPr>
        <p:txBody>
          <a:bodyPr lIns="0" tIns="0" rIns="0" bIns="0" anchor="t" anchorCtr="0">
            <a:normAutofit fontScale="92500"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700" dirty="0">
                <a:gradFill flip="none" rotWithShape="1">
                  <a:gsLst>
                    <a:gs pos="98000">
                      <a:schemeClr val="bg1">
                        <a:alpha val="0"/>
                      </a:schemeClr>
                    </a:gs>
                    <a:gs pos="48000">
                      <a:schemeClr val="tx2">
                        <a:lumMod val="60000"/>
                        <a:lumOff val="40000"/>
                        <a:alpha val="26000"/>
                      </a:schemeClr>
                    </a:gs>
                    <a:gs pos="0">
                      <a:schemeClr val="tx2">
                        <a:alpha val="6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</a:rPr>
              <a:t>03</a:t>
            </a:r>
            <a:endParaRPr lang="en-US" sz="30700" dirty="0">
              <a:gradFill flip="none" rotWithShape="1">
                <a:gsLst>
                  <a:gs pos="98000">
                    <a:schemeClr val="bg1">
                      <a:alpha val="0"/>
                    </a:schemeClr>
                  </a:gs>
                  <a:gs pos="48000">
                    <a:schemeClr val="tx2">
                      <a:lumMod val="60000"/>
                      <a:lumOff val="40000"/>
                      <a:alpha val="26000"/>
                    </a:schemeClr>
                  </a:gs>
                  <a:gs pos="0">
                    <a:schemeClr val="tx2">
                      <a:alpha val="65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</a:endParaRPr>
          </a:p>
        </p:txBody>
      </p:sp>
      <p:sp>
        <p:nvSpPr>
          <p:cNvPr id="4" name="Title 2"/>
          <p:cNvSpPr txBox="1"/>
          <p:nvPr/>
        </p:nvSpPr>
        <p:spPr>
          <a:xfrm>
            <a:off x="4304591" y="2743915"/>
            <a:ext cx="3582817" cy="1215437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文案作品</a:t>
            </a:r>
            <a:endParaRPr kumimoji="0" lang="en-US" altLang="zh-CN" sz="66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38651" y="3968496"/>
            <a:ext cx="5314698" cy="956991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ctr" defTabSz="1813560">
              <a:lnSpc>
                <a:spcPct val="80000"/>
              </a:lnSpc>
              <a:spcBef>
                <a:spcPct val="0"/>
              </a:spcBef>
              <a:buNone/>
              <a:defRPr sz="15995" b="1" kern="3000" spc="0" baseline="0">
                <a:gradFill>
                  <a:gsLst>
                    <a:gs pos="30000">
                      <a:schemeClr val="accent3">
                        <a:lumMod val="75000"/>
                      </a:schemeClr>
                    </a:gs>
                    <a:gs pos="50000">
                      <a:schemeClr val="accent3">
                        <a:lumMod val="60000"/>
                        <a:lumOff val="40000"/>
                      </a:schemeClr>
                    </a:gs>
                    <a:gs pos="3500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3000" cap="none" spc="0" normalizeH="0" baseline="0" noProof="0" dirty="0">
                <a:ln>
                  <a:noFill/>
                </a:ln>
                <a:gradFill>
                  <a:gsLst>
                    <a:gs pos="11000">
                      <a:srgbClr val="AD9DA0">
                        <a:lumMod val="75000"/>
                      </a:srgbClr>
                    </a:gs>
                    <a:gs pos="68000">
                      <a:srgbClr val="AD9DA0">
                        <a:lumMod val="60000"/>
                        <a:lumOff val="40000"/>
                      </a:srgbClr>
                    </a:gs>
                    <a:gs pos="35000">
                      <a:srgbClr val="AD9DA0">
                        <a:lumMod val="20000"/>
                        <a:lumOff val="80000"/>
                      </a:srgbClr>
                    </a:gs>
                    <a:gs pos="100000">
                      <a:srgbClr val="AD9DA0"/>
                    </a:gs>
                  </a:gsLst>
                  <a:lin ang="2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+mj-ea"/>
                <a:cs typeface="+mj-cs"/>
              </a:rPr>
              <a:t>Copywriting</a:t>
            </a:r>
            <a:endParaRPr kumimoji="0" lang="en-US" altLang="zh-CN" sz="3600" b="1" i="0" u="none" strike="noStrike" kern="3000" cap="none" spc="0" normalizeH="0" baseline="0" noProof="0" dirty="0">
              <a:ln>
                <a:noFill/>
              </a:ln>
              <a:gradFill>
                <a:gsLst>
                  <a:gs pos="11000">
                    <a:srgbClr val="AD9DA0">
                      <a:lumMod val="75000"/>
                    </a:srgbClr>
                  </a:gs>
                  <a:gs pos="68000">
                    <a:srgbClr val="AD9DA0">
                      <a:lumMod val="60000"/>
                      <a:lumOff val="40000"/>
                    </a:srgbClr>
                  </a:gs>
                  <a:gs pos="35000">
                    <a:srgbClr val="AD9DA0">
                      <a:lumMod val="20000"/>
                      <a:lumOff val="80000"/>
                    </a:srgbClr>
                  </a:gs>
                  <a:gs pos="100000">
                    <a:srgbClr val="AD9DA0"/>
                  </a:gs>
                </a:gsLst>
                <a:lin ang="2400000" scaled="0"/>
              </a:gradFill>
              <a:effectLst/>
              <a:uLnTx/>
              <a:uFillTx/>
              <a:latin typeface="微软雅黑" panose="020B0503020204020204" pitchFamily="34" charset="-122"/>
              <a:ea typeface="+mj-ea"/>
              <a:cs typeface="+mj-cs"/>
            </a:endParaRPr>
          </a:p>
        </p:txBody>
      </p:sp>
      <p:sp>
        <p:nvSpPr>
          <p:cNvPr id="9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10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-1151345" y="-615409"/>
            <a:ext cx="9178987" cy="9403381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7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2"/>
          <p:cNvSpPr txBox="1"/>
          <p:nvPr/>
        </p:nvSpPr>
        <p:spPr>
          <a:xfrm>
            <a:off x="6417310" y="377190"/>
            <a:ext cx="5403850" cy="27006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 b="1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你问我：电影对我来说是什么？</a:t>
            </a:r>
            <a:endParaRPr lang="zh-CN" altLang="en-US" sz="1200" b="1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indent="0" algn="l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我说：“电影中那些绝望的爱和赴死，曾为我带来短暂的爱与沉默”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indent="0" algn="l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“我的灵魂留在电影里了”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indent="0" algn="l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“吸引我的不只是电影，还有看电影的自己”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indent="0" algn="l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 </a:t>
            </a: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“我过不够这一生，所以钻进别人的生活里”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indent="0" algn="l" defTabSz="2667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“电影带我回到那个蒲扇轻摇，四周喧嚣，胶片卷轴转过的童年”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endParaRPr lang="zh-CN" altLang="en-US" sz="1200" dirty="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13" name="Group 93"/>
          <p:cNvGrpSpPr>
            <a:grpSpLocks noChangeAspect="1"/>
          </p:cNvGrpSpPr>
          <p:nvPr/>
        </p:nvGrpSpPr>
        <p:grpSpPr>
          <a:xfrm>
            <a:off x="5890179" y="306993"/>
            <a:ext cx="312000" cy="311952"/>
            <a:chOff x="3238499" y="8277225"/>
            <a:chExt cx="666750" cy="666750"/>
          </a:xfrm>
        </p:grpSpPr>
        <p:sp>
          <p:nvSpPr>
            <p:cNvPr id="14" name="Oval 94"/>
            <p:cNvSpPr/>
            <p:nvPr/>
          </p:nvSpPr>
          <p:spPr>
            <a:xfrm>
              <a:off x="3238499" y="8277225"/>
              <a:ext cx="666750" cy="666750"/>
            </a:xfrm>
            <a:prstGeom prst="ellipse">
              <a:avLst/>
            </a:pr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5" name="Freeform 24"/>
            <p:cNvSpPr/>
            <p:nvPr/>
          </p:nvSpPr>
          <p:spPr bwMode="auto">
            <a:xfrm>
              <a:off x="3502483" y="8426894"/>
              <a:ext cx="189583" cy="367412"/>
            </a:xfrm>
            <a:custGeom>
              <a:avLst/>
              <a:gdLst>
                <a:gd name="T0" fmla="*/ 461 w 461"/>
                <a:gd name="T1" fmla="*/ 448 h 895"/>
                <a:gd name="T2" fmla="*/ 457 w 461"/>
                <a:gd name="T3" fmla="*/ 457 h 895"/>
                <a:gd name="T4" fmla="*/ 22 w 461"/>
                <a:gd name="T5" fmla="*/ 892 h 895"/>
                <a:gd name="T6" fmla="*/ 14 w 461"/>
                <a:gd name="T7" fmla="*/ 895 h 895"/>
                <a:gd name="T8" fmla="*/ 5 w 461"/>
                <a:gd name="T9" fmla="*/ 892 h 895"/>
                <a:gd name="T10" fmla="*/ 5 w 461"/>
                <a:gd name="T11" fmla="*/ 874 h 895"/>
                <a:gd name="T12" fmla="*/ 431 w 461"/>
                <a:gd name="T13" fmla="*/ 448 h 895"/>
                <a:gd name="T14" fmla="*/ 6 w 461"/>
                <a:gd name="T15" fmla="*/ 23 h 895"/>
                <a:gd name="T16" fmla="*/ 6 w 461"/>
                <a:gd name="T17" fmla="*/ 5 h 895"/>
                <a:gd name="T18" fmla="*/ 24 w 461"/>
                <a:gd name="T19" fmla="*/ 5 h 895"/>
                <a:gd name="T20" fmla="*/ 457 w 461"/>
                <a:gd name="T21" fmla="*/ 439 h 895"/>
                <a:gd name="T22" fmla="*/ 461 w 461"/>
                <a:gd name="T23" fmla="*/ 448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1" h="895">
                  <a:moveTo>
                    <a:pt x="461" y="448"/>
                  </a:moveTo>
                  <a:cubicBezTo>
                    <a:pt x="461" y="452"/>
                    <a:pt x="460" y="454"/>
                    <a:pt x="457" y="457"/>
                  </a:cubicBezTo>
                  <a:lnTo>
                    <a:pt x="22" y="892"/>
                  </a:lnTo>
                  <a:cubicBezTo>
                    <a:pt x="20" y="894"/>
                    <a:pt x="16" y="895"/>
                    <a:pt x="14" y="895"/>
                  </a:cubicBezTo>
                  <a:cubicBezTo>
                    <a:pt x="11" y="895"/>
                    <a:pt x="7" y="894"/>
                    <a:pt x="5" y="892"/>
                  </a:cubicBezTo>
                  <a:cubicBezTo>
                    <a:pt x="0" y="887"/>
                    <a:pt x="0" y="879"/>
                    <a:pt x="5" y="874"/>
                  </a:cubicBezTo>
                  <a:lnTo>
                    <a:pt x="431" y="448"/>
                  </a:lnTo>
                  <a:lnTo>
                    <a:pt x="6" y="23"/>
                  </a:lnTo>
                  <a:cubicBezTo>
                    <a:pt x="1" y="18"/>
                    <a:pt x="1" y="10"/>
                    <a:pt x="6" y="5"/>
                  </a:cubicBezTo>
                  <a:cubicBezTo>
                    <a:pt x="11" y="0"/>
                    <a:pt x="19" y="0"/>
                    <a:pt x="24" y="5"/>
                  </a:cubicBezTo>
                  <a:lnTo>
                    <a:pt x="457" y="439"/>
                  </a:lnTo>
                  <a:cubicBezTo>
                    <a:pt x="460" y="442"/>
                    <a:pt x="461" y="444"/>
                    <a:pt x="461" y="448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137160" tIns="68580" rIns="137160" bIns="68580" numCol="1" anchor="t" anchorCtr="0" compatLnSpc="1"/>
            <a:lstStyle/>
            <a:p>
              <a:endParaRPr lang="en-US" sz="2700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483985" y="2888615"/>
            <a:ext cx="418592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266700">
              <a:lnSpc>
                <a:spcPct val="200000"/>
              </a:lnSpc>
              <a:buClrTx/>
              <a:buSzTx/>
              <a:buNone/>
            </a:pPr>
            <a:r>
              <a:rPr lang="zh-CN" altLang="en-US" sz="1200" b="1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豆瓣日历</a:t>
            </a: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，是观影人每年必追的电影日历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algn="l" defTabSz="266700">
              <a:lnSpc>
                <a:spcPct val="200000"/>
              </a:lnSpc>
              <a:buClrTx/>
              <a:buSzTx/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每一帧定格画面都能让你忆起当时的感动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algn="l" defTabSz="266700">
              <a:lnSpc>
                <a:spcPct val="200000"/>
              </a:lnSpc>
              <a:buClrTx/>
              <a:buSzTx/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每一句经典台词都能让你的内心涌起的激动的潮水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algn="l" defTabSz="266700">
              <a:lnSpc>
                <a:spcPct val="200000"/>
              </a:lnSpc>
              <a:buClrTx/>
              <a:buSzTx/>
              <a:buNone/>
            </a:pPr>
            <a:r>
              <a:rPr lang="zh-CN" altLang="en-US" sz="1200" b="1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豆瓣日历</a:t>
            </a: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，将会带你奔赴365场电影盛宴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algn="l" defTabSz="266700">
              <a:lnSpc>
                <a:spcPct val="200000"/>
              </a:lnSpc>
              <a:buClrTx/>
              <a:buSzTx/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陪你见证生活中每一个难忘时刻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algn="l" defTabSz="266700">
              <a:lnSpc>
                <a:spcPct val="200000"/>
              </a:lnSpc>
              <a:buClrTx/>
              <a:buSzTx/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 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algn="l" defTabSz="266700">
              <a:lnSpc>
                <a:spcPct val="200000"/>
              </a:lnSpc>
              <a:buClrTx/>
              <a:buSzTx/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三百六十五部电影每一部都是新的世界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algn="l" defTabSz="266700">
              <a:lnSpc>
                <a:spcPct val="200000"/>
              </a:lnSpc>
              <a:buClrTx/>
              <a:buSzTx/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三百六十五天每一天都是新的一天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algn="l" defTabSz="266700">
              <a:lnSpc>
                <a:spcPct val="200000"/>
              </a:lnSpc>
              <a:buClrTx/>
              <a:buSzTx/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最后一天你将收获一张相框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pPr marL="0" algn="l" defTabSz="266700">
              <a:lnSpc>
                <a:spcPct val="200000"/>
              </a:lnSpc>
              <a:buClrTx/>
              <a:buSzTx/>
              <a:buNone/>
            </a:pPr>
            <a:r>
              <a:rPr lang="zh-CN" altLang="en-US" sz="1200">
                <a:solidFill>
                  <a:srgbClr val="222222"/>
                </a:solidFill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设计专属于你的2023年</a:t>
            </a:r>
            <a:endParaRPr lang="zh-CN" altLang="en-US" sz="1200">
              <a:solidFill>
                <a:srgbClr val="222222"/>
              </a:solidFill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pic>
        <p:nvPicPr>
          <p:cNvPr id="20" name="图片占位符 19" descr="微信图片_20250901161443"/>
          <p:cNvPicPr>
            <a:picLocks noChangeAspect="1"/>
          </p:cNvPicPr>
          <p:nvPr>
            <p:ph type="pic" sz="quarter" idx="10"/>
            <p:custDataLst>
              <p:tags r:id="rId1"/>
            </p:custDataLst>
          </p:nvPr>
        </p:nvPicPr>
        <p:blipFill>
          <a:blip r:embed="rId2"/>
          <a:srcRect l="14699" r="7956"/>
          <a:stretch>
            <a:fillRect/>
          </a:stretch>
        </p:blipFill>
        <p:spPr>
          <a:xfrm>
            <a:off x="1102360" y="0"/>
            <a:ext cx="4130040" cy="6858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41"/>
          </p:nvPr>
        </p:nvSpPr>
        <p:spPr>
          <a:xfrm>
            <a:off x="2056186" y="5315357"/>
            <a:ext cx="1163308" cy="534632"/>
          </a:xfrm>
        </p:spPr>
        <p:txBody>
          <a:bodyPr/>
          <a:lstStyle/>
          <a:p>
            <a:r>
              <a:rPr lang="zh-CN" altLang="en-US"/>
              <a:t>海量内容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2"/>
          </p:nvPr>
        </p:nvSpPr>
        <p:spPr>
          <a:xfrm>
            <a:off x="3909927" y="5315357"/>
            <a:ext cx="1163308" cy="534632"/>
          </a:xfrm>
        </p:spPr>
        <p:txBody>
          <a:bodyPr/>
          <a:lstStyle/>
          <a:p>
            <a:r>
              <a:rPr lang="zh-CN" altLang="en-US"/>
              <a:t>设计师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3"/>
          </p:nvPr>
        </p:nvSpPr>
        <p:spPr>
          <a:xfrm>
            <a:off x="3909695" y="2141855"/>
            <a:ext cx="1163320" cy="273050"/>
          </a:xfrm>
        </p:spPr>
        <p:txBody>
          <a:bodyPr/>
          <a:lstStyle/>
          <a:p>
            <a:r>
              <a:rPr lang="zh-CN" altLang="en-US" dirty="0"/>
              <a:t>仪式感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4"/>
          </p:nvPr>
        </p:nvSpPr>
        <p:spPr>
          <a:xfrm>
            <a:off x="9157767" y="3575094"/>
            <a:ext cx="1499950" cy="534632"/>
          </a:xfrm>
        </p:spPr>
        <p:txBody>
          <a:bodyPr/>
          <a:lstStyle/>
          <a:p>
            <a:r>
              <a:rPr lang="zh-CN" altLang="en-US"/>
              <a:t>零门槛</a:t>
            </a:r>
            <a:endParaRPr lang="zh-CN" altLang="en-US"/>
          </a:p>
        </p:txBody>
      </p:sp>
      <p:sp>
        <p:nvSpPr>
          <p:cNvPr id="22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23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墨迹 6"/>
          <p:cNvPicPr/>
          <p:nvPr/>
        </p:nvPicPr>
        <p:blipFill>
          <a:blip r:embed="rId1"/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  <p:sp>
        <p:nvSpPr>
          <p:cNvPr id="19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35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占位符 37" descr="1"/>
          <p:cNvPicPr>
            <a:picLocks noChangeAspect="1"/>
          </p:cNvPicPr>
          <p:nvPr>
            <p:ph type="pic" sz="quarter" idx="64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10605" y="3029585"/>
            <a:ext cx="2153285" cy="3828415"/>
          </a:xfrm>
          <a:prstGeom prst="rect">
            <a:avLst/>
          </a:prstGeom>
        </p:spPr>
      </p:pic>
      <p:pic>
        <p:nvPicPr>
          <p:cNvPr id="40" name="图片占位符 39" descr="2"/>
          <p:cNvPicPr>
            <a:picLocks noChangeAspect="1"/>
          </p:cNvPicPr>
          <p:nvPr>
            <p:ph type="pic" sz="quarter" idx="14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161780" y="1131570"/>
            <a:ext cx="1490980" cy="2649220"/>
          </a:xfrm>
          <a:prstGeom prst="rect">
            <a:avLst/>
          </a:prstGeom>
        </p:spPr>
      </p:pic>
      <p:pic>
        <p:nvPicPr>
          <p:cNvPr id="42" name="图片占位符 41" descr="3"/>
          <p:cNvPicPr>
            <a:picLocks noChangeAspect="1"/>
          </p:cNvPicPr>
          <p:nvPr>
            <p:ph type="pic" sz="quarter" idx="13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924300" y="0"/>
            <a:ext cx="1151890" cy="2045970"/>
          </a:xfrm>
          <a:prstGeom prst="rect">
            <a:avLst/>
          </a:prstGeom>
        </p:spPr>
      </p:pic>
      <p:pic>
        <p:nvPicPr>
          <p:cNvPr id="44" name="图片占位符 43" descr="4"/>
          <p:cNvPicPr>
            <a:picLocks noChangeAspect="1"/>
          </p:cNvPicPr>
          <p:nvPr>
            <p:ph type="pic" sz="quarter" idx="15"/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059940" y="3457575"/>
            <a:ext cx="1156335" cy="2054860"/>
          </a:xfrm>
          <a:prstGeom prst="rect">
            <a:avLst/>
          </a:prstGeom>
        </p:spPr>
      </p:pic>
      <p:pic>
        <p:nvPicPr>
          <p:cNvPr id="46" name="图片占位符 45" descr="5"/>
          <p:cNvPicPr>
            <a:picLocks noChangeAspect="1"/>
          </p:cNvPicPr>
          <p:nvPr>
            <p:ph type="pic" sz="quarter" idx="99"/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925570" y="3457575"/>
            <a:ext cx="1149985" cy="2045970"/>
          </a:xfrm>
          <a:prstGeom prst="rect">
            <a:avLst/>
          </a:prstGeom>
        </p:spPr>
      </p:pic>
      <p:grpSp>
        <p:nvGrpSpPr>
          <p:cNvPr id="47" name="Group 23"/>
          <p:cNvGrpSpPr/>
          <p:nvPr/>
        </p:nvGrpSpPr>
        <p:grpSpPr>
          <a:xfrm>
            <a:off x="5800090" y="738505"/>
            <a:ext cx="2593975" cy="1297305"/>
            <a:chOff x="2783248" y="1572632"/>
            <a:chExt cx="2870054" cy="1460668"/>
          </a:xfrm>
        </p:grpSpPr>
        <p:sp>
          <p:nvSpPr>
            <p:cNvPr id="48" name="Speech Bubble: Rectangle with Corners Rounded 24"/>
            <p:cNvSpPr/>
            <p:nvPr/>
          </p:nvSpPr>
          <p:spPr>
            <a:xfrm rot="16200000">
              <a:off x="3487941" y="867939"/>
              <a:ext cx="1460668" cy="2870054"/>
            </a:xfrm>
            <a:prstGeom prst="wedgeRoundRectCallout">
              <a:avLst>
                <a:gd name="adj1" fmla="val 2830"/>
                <a:gd name="adj2" fmla="val 72704"/>
                <a:gd name="adj3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889000" dist="228600" dir="8100000" sx="97000" sy="97000" algn="tr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TextBox 25"/>
            <p:cNvSpPr txBox="1"/>
            <p:nvPr/>
          </p:nvSpPr>
          <p:spPr>
            <a:xfrm>
              <a:off x="2904793" y="1691437"/>
              <a:ext cx="2676107" cy="1243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>
                <a:lnSpc>
                  <a:spcPct val="110000"/>
                </a:lnSpc>
                <a:defRPr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ilroy ExtraBold" panose="00000900000000000000" pitchFamily="50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Gilroy ExtraBold" panose="00000900000000000000" pitchFamily="50" charset="0"/>
                  <a:ea typeface="+mn-ea"/>
                  <a:cs typeface="+mn-cs"/>
                </a:rPr>
                <a:t>文案主体部分将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Gilroy ExtraBold" panose="00000900000000000000" pitchFamily="50" charset="0"/>
                  <a:ea typeface="+mn-ea"/>
                  <a:cs typeface="+mn-cs"/>
                </a:rPr>
                <a:t>Canva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Gilroy ExtraBold" panose="00000900000000000000" pitchFamily="50" charset="0"/>
                  <a:ea typeface="+mn-ea"/>
                  <a:cs typeface="+mn-cs"/>
                </a:rPr>
                <a:t>可画软件拟人化，以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Gilroy ExtraBold" panose="00000900000000000000" pitchFamily="50" charset="0"/>
                  <a:ea typeface="+mn-ea"/>
                  <a:cs typeface="+mn-cs"/>
                </a:rPr>
                <a:t>“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Gilroy ExtraBold" panose="00000900000000000000" pitchFamily="50" charset="0"/>
                  <a:ea typeface="+mn-ea"/>
                  <a:cs typeface="+mn-cs"/>
                </a:rPr>
                <a:t>我有一个朋友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Gilroy ExtraBold" panose="00000900000000000000" pitchFamily="50" charset="0"/>
                  <a:ea typeface="+mn-ea"/>
                  <a:cs typeface="+mn-cs"/>
                </a:rPr>
                <a:t>”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Gilroy ExtraBold" panose="00000900000000000000" pitchFamily="50" charset="0"/>
                  <a:ea typeface="+mn-ea"/>
                  <a:cs typeface="+mn-cs"/>
                </a:rPr>
                <a:t>为开头围绕海报主题进行文字叙述，具体到融入日常生活中的作用，表现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Gilroy ExtraBold" panose="00000900000000000000" pitchFamily="50" charset="0"/>
                  <a:ea typeface="+mn-ea"/>
                  <a:cs typeface="+mn-cs"/>
                </a:rPr>
                <a:t>Canva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Gilroy ExtraBold" panose="00000900000000000000" pitchFamily="50" charset="0"/>
                  <a:ea typeface="+mn-ea"/>
                  <a:cs typeface="+mn-cs"/>
                </a:rPr>
                <a:t>可画的具体使用性。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ilroy ExtraBold" panose="00000900000000000000" pitchFamily="50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2000" decel="48000" autoRev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47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-4376126" y="-2317765"/>
            <a:ext cx="27197093" cy="25014889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hape 20"/>
          <p:cNvSpPr txBox="1"/>
          <p:nvPr/>
        </p:nvSpPr>
        <p:spPr>
          <a:xfrm>
            <a:off x="3765978" y="145134"/>
            <a:ext cx="4660044" cy="4437981"/>
          </a:xfrm>
          <a:prstGeom prst="rect">
            <a:avLst/>
          </a:prstGeom>
        </p:spPr>
        <p:txBody>
          <a:bodyPr lIns="0" tIns="0" rIns="0" bIns="0" anchor="t" anchorCtr="0">
            <a:normAutofit fontScale="82500"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700" dirty="0">
                <a:gradFill flip="none" rotWithShape="1">
                  <a:gsLst>
                    <a:gs pos="98000">
                      <a:schemeClr val="bg1">
                        <a:alpha val="0"/>
                      </a:schemeClr>
                    </a:gs>
                    <a:gs pos="48000">
                      <a:schemeClr val="tx2">
                        <a:lumMod val="60000"/>
                        <a:lumOff val="40000"/>
                        <a:alpha val="26000"/>
                      </a:schemeClr>
                    </a:gs>
                    <a:gs pos="0">
                      <a:schemeClr val="tx2">
                        <a:alpha val="6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</a:rPr>
              <a:t>04</a:t>
            </a:r>
            <a:endParaRPr lang="en-US" sz="30700" dirty="0">
              <a:gradFill flip="none" rotWithShape="1">
                <a:gsLst>
                  <a:gs pos="98000">
                    <a:schemeClr val="bg1">
                      <a:alpha val="0"/>
                    </a:schemeClr>
                  </a:gs>
                  <a:gs pos="48000">
                    <a:schemeClr val="tx2">
                      <a:lumMod val="60000"/>
                      <a:lumOff val="40000"/>
                      <a:alpha val="26000"/>
                    </a:schemeClr>
                  </a:gs>
                  <a:gs pos="0">
                    <a:schemeClr val="tx2">
                      <a:alpha val="65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</a:endParaRPr>
          </a:p>
        </p:txBody>
      </p:sp>
      <p:sp>
        <p:nvSpPr>
          <p:cNvPr id="4" name="Title 2"/>
          <p:cNvSpPr txBox="1"/>
          <p:nvPr/>
        </p:nvSpPr>
        <p:spPr>
          <a:xfrm>
            <a:off x="4304591" y="2743915"/>
            <a:ext cx="3582817" cy="1215437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摄影作品</a:t>
            </a:r>
            <a:endParaRPr kumimoji="0" lang="en-US" altLang="zh-CN" sz="66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38651" y="3968496"/>
            <a:ext cx="5314698" cy="956991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ctr" defTabSz="1813560">
              <a:lnSpc>
                <a:spcPct val="80000"/>
              </a:lnSpc>
              <a:spcBef>
                <a:spcPct val="0"/>
              </a:spcBef>
              <a:buNone/>
              <a:defRPr sz="15995" b="1" kern="3000" spc="0" baseline="0">
                <a:gradFill>
                  <a:gsLst>
                    <a:gs pos="30000">
                      <a:schemeClr val="accent3">
                        <a:lumMod val="75000"/>
                      </a:schemeClr>
                    </a:gs>
                    <a:gs pos="50000">
                      <a:schemeClr val="accent3">
                        <a:lumMod val="60000"/>
                        <a:lumOff val="40000"/>
                      </a:schemeClr>
                    </a:gs>
                    <a:gs pos="3500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181356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3000" cap="none" spc="0" normalizeH="0" baseline="0" noProof="0" dirty="0">
                <a:ln>
                  <a:noFill/>
                </a:ln>
                <a:gradFill>
                  <a:gsLst>
                    <a:gs pos="11000">
                      <a:srgbClr val="AD9DA0">
                        <a:lumMod val="75000"/>
                      </a:srgbClr>
                    </a:gs>
                    <a:gs pos="68000">
                      <a:srgbClr val="AD9DA0">
                        <a:lumMod val="60000"/>
                        <a:lumOff val="40000"/>
                      </a:srgbClr>
                    </a:gs>
                    <a:gs pos="35000">
                      <a:srgbClr val="AD9DA0">
                        <a:lumMod val="20000"/>
                        <a:lumOff val="80000"/>
                      </a:srgbClr>
                    </a:gs>
                    <a:gs pos="100000">
                      <a:srgbClr val="AD9DA0"/>
                    </a:gs>
                  </a:gsLst>
                  <a:lin ang="2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+mj-ea"/>
                <a:cs typeface="+mj-cs"/>
              </a:rPr>
              <a:t>Photography</a:t>
            </a:r>
            <a:endParaRPr kumimoji="0" lang="en-US" altLang="zh-CN" sz="3600" b="1" i="0" u="none" strike="noStrike" kern="3000" cap="none" spc="0" normalizeH="0" baseline="0" noProof="0" dirty="0">
              <a:ln>
                <a:noFill/>
              </a:ln>
              <a:gradFill>
                <a:gsLst>
                  <a:gs pos="11000">
                    <a:srgbClr val="AD9DA0">
                      <a:lumMod val="75000"/>
                    </a:srgbClr>
                  </a:gs>
                  <a:gs pos="68000">
                    <a:srgbClr val="AD9DA0">
                      <a:lumMod val="60000"/>
                      <a:lumOff val="40000"/>
                    </a:srgbClr>
                  </a:gs>
                  <a:gs pos="35000">
                    <a:srgbClr val="AD9DA0">
                      <a:lumMod val="20000"/>
                      <a:lumOff val="80000"/>
                    </a:srgbClr>
                  </a:gs>
                  <a:gs pos="100000">
                    <a:srgbClr val="AD9DA0"/>
                  </a:gs>
                </a:gsLst>
                <a:lin ang="2400000" scaled="0"/>
              </a:gradFill>
              <a:effectLst/>
              <a:uLnTx/>
              <a:uFillTx/>
              <a:latin typeface="微软雅黑" panose="020B0503020204020204" pitchFamily="34" charset="-122"/>
              <a:ea typeface="+mj-ea"/>
              <a:cs typeface="+mj-cs"/>
            </a:endParaRPr>
          </a:p>
        </p:txBody>
      </p:sp>
      <p:sp>
        <p:nvSpPr>
          <p:cNvPr id="9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10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微信图片_202511191527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95" y="1638300"/>
            <a:ext cx="5195570" cy="3464560"/>
          </a:xfrm>
          <a:prstGeom prst="rect">
            <a:avLst/>
          </a:prstGeom>
        </p:spPr>
      </p:pic>
      <p:pic>
        <p:nvPicPr>
          <p:cNvPr id="6" name="图片 5" descr="微信图片_202511191527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160" y="1650365"/>
            <a:ext cx="5178425" cy="3453130"/>
          </a:xfrm>
          <a:prstGeom prst="rect">
            <a:avLst/>
          </a:prstGeom>
        </p:spPr>
      </p:pic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 descr="微信图片_202511191527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140" y="1816735"/>
            <a:ext cx="4681220" cy="3044825"/>
          </a:xfrm>
          <a:prstGeom prst="rect">
            <a:avLst/>
          </a:prstGeom>
        </p:spPr>
      </p:pic>
      <p:pic>
        <p:nvPicPr>
          <p:cNvPr id="10" name="图片 9" descr="微信图片_202511191527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610" y="1816735"/>
            <a:ext cx="5547360" cy="3044825"/>
          </a:xfrm>
          <a:prstGeom prst="rect">
            <a:avLst/>
          </a:prstGeom>
        </p:spPr>
      </p:pic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4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微信图片_202511191527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2210" y="1566545"/>
            <a:ext cx="5586095" cy="3724275"/>
          </a:xfrm>
          <a:prstGeom prst="rect">
            <a:avLst/>
          </a:prstGeom>
        </p:spPr>
      </p:pic>
      <p:pic>
        <p:nvPicPr>
          <p:cNvPr id="4" name="图片 3" descr="微信图片_202511191527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0" y="1566545"/>
            <a:ext cx="5585460" cy="3724910"/>
          </a:xfrm>
          <a:prstGeom prst="rect">
            <a:avLst/>
          </a:prstGeom>
        </p:spPr>
      </p:pic>
      <p:sp>
        <p:nvSpPr>
          <p:cNvPr id="3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 descr="微信图片_202511191527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490855" y="1355725"/>
            <a:ext cx="6219825" cy="4147185"/>
          </a:xfrm>
          <a:prstGeom prst="rect">
            <a:avLst/>
          </a:prstGeom>
        </p:spPr>
      </p:pic>
      <p:pic>
        <p:nvPicPr>
          <p:cNvPr id="3" name="图片 2" descr="微信图片_202511191527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695" y="299085"/>
            <a:ext cx="3593465" cy="6259830"/>
          </a:xfrm>
          <a:prstGeom prst="rect">
            <a:avLst/>
          </a:prstGeom>
        </p:spPr>
      </p:pic>
      <p:sp>
        <p:nvSpPr>
          <p:cNvPr id="2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4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-7401359" y="-7821067"/>
            <a:ext cx="16834721" cy="17610634"/>
          </a:xfrm>
          <a:prstGeom prst="ellipse">
            <a:avLst/>
          </a:prstGeom>
          <a:gradFill flip="none" rotWithShape="1">
            <a:gsLst>
              <a:gs pos="78000">
                <a:schemeClr val="bg1">
                  <a:alpha val="0"/>
                </a:schemeClr>
              </a:gs>
              <a:gs pos="45000">
                <a:schemeClr val="tx2">
                  <a:lumMod val="60000"/>
                  <a:lumOff val="40000"/>
                  <a:alpha val="26000"/>
                </a:schemeClr>
              </a:gs>
              <a:gs pos="0">
                <a:schemeClr val="tx2">
                  <a:alpha val="6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2"/>
          <p:cNvSpPr txBox="1"/>
          <p:nvPr/>
        </p:nvSpPr>
        <p:spPr>
          <a:xfrm>
            <a:off x="7315997" y="984250"/>
            <a:ext cx="3575048" cy="3811179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l" defTabSz="181356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3300" b="1" kern="3000" spc="-300" baseline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dist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5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谢谢</a:t>
            </a:r>
            <a:endParaRPr kumimoji="0" lang="en-US" altLang="zh-CN" sz="115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  <a:p>
            <a:pPr marL="0" marR="0" lvl="0" indent="0" algn="dist" defTabSz="18135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500" b="0" i="0" u="none" strike="noStrike" kern="3000" cap="none" spc="-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rPr>
              <a:t>观看</a:t>
            </a:r>
            <a:endParaRPr kumimoji="0" lang="en-US" sz="11500" b="0" i="0" u="none" strike="noStrike" kern="3000" cap="none" spc="-30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j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75712" y="4598924"/>
            <a:ext cx="5314698" cy="956991"/>
          </a:xfrm>
          <a:prstGeom prst="rect">
            <a:avLst/>
          </a:prstGeom>
          <a:effectLst/>
        </p:spPr>
        <p:txBody>
          <a:bodyPr vert="horz" lIns="0" tIns="216000" rIns="0" bIns="0" rtlCol="0" anchor="b" anchorCtr="0">
            <a:noAutofit/>
          </a:bodyPr>
          <a:lstStyle>
            <a:lvl1pPr algn="ctr" defTabSz="1813560">
              <a:lnSpc>
                <a:spcPct val="80000"/>
              </a:lnSpc>
              <a:spcBef>
                <a:spcPct val="0"/>
              </a:spcBef>
              <a:buNone/>
              <a:defRPr sz="15995" b="1" kern="3000" spc="0" baseline="0">
                <a:gradFill>
                  <a:gsLst>
                    <a:gs pos="30000">
                      <a:schemeClr val="accent3">
                        <a:lumMod val="75000"/>
                      </a:schemeClr>
                    </a:gs>
                    <a:gs pos="50000">
                      <a:schemeClr val="accent3">
                        <a:lumMod val="60000"/>
                        <a:lumOff val="40000"/>
                      </a:schemeClr>
                    </a:gs>
                    <a:gs pos="3500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181356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3000" cap="none" spc="0" normalizeH="0" baseline="0" noProof="0" dirty="0">
                <a:ln>
                  <a:noFill/>
                </a:ln>
                <a:gradFill>
                  <a:gsLst>
                    <a:gs pos="30000">
                      <a:srgbClr val="AD9DA0">
                        <a:lumMod val="75000"/>
                      </a:srgbClr>
                    </a:gs>
                    <a:gs pos="50000">
                      <a:srgbClr val="AD9DA0">
                        <a:lumMod val="60000"/>
                        <a:lumOff val="40000"/>
                      </a:srgbClr>
                    </a:gs>
                    <a:gs pos="35000">
                      <a:srgbClr val="AD9DA0">
                        <a:lumMod val="20000"/>
                        <a:lumOff val="80000"/>
                      </a:srgbClr>
                    </a:gs>
                    <a:gs pos="100000">
                      <a:srgbClr val="AD9DA0"/>
                    </a:gs>
                  </a:gsLst>
                  <a:lin ang="2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+mj-ea"/>
                <a:cs typeface="+mj-cs"/>
              </a:rPr>
              <a:t>Thank you </a:t>
            </a:r>
            <a:endParaRPr kumimoji="0" lang="en-US" altLang="zh-CN" sz="3600" b="1" i="0" u="none" strike="noStrike" kern="3000" cap="none" spc="0" normalizeH="0" baseline="0" noProof="0" dirty="0">
              <a:ln>
                <a:noFill/>
              </a:ln>
              <a:gradFill>
                <a:gsLst>
                  <a:gs pos="30000">
                    <a:srgbClr val="AD9DA0">
                      <a:lumMod val="75000"/>
                    </a:srgbClr>
                  </a:gs>
                  <a:gs pos="50000">
                    <a:srgbClr val="AD9DA0">
                      <a:lumMod val="60000"/>
                      <a:lumOff val="40000"/>
                    </a:srgbClr>
                  </a:gs>
                  <a:gs pos="35000">
                    <a:srgbClr val="AD9DA0">
                      <a:lumMod val="20000"/>
                      <a:lumOff val="80000"/>
                    </a:srgbClr>
                  </a:gs>
                  <a:gs pos="100000">
                    <a:srgbClr val="AD9DA0"/>
                  </a:gs>
                </a:gsLst>
                <a:lin ang="2400000" scaled="0"/>
              </a:gradFill>
              <a:effectLst/>
              <a:uLnTx/>
              <a:uFillTx/>
              <a:latin typeface="微软雅黑" panose="020B0503020204020204" pitchFamily="34" charset="-122"/>
              <a:ea typeface="+mj-ea"/>
              <a:cs typeface="+mj-cs"/>
            </a:endParaRPr>
          </a:p>
        </p:txBody>
      </p:sp>
      <p:sp>
        <p:nvSpPr>
          <p:cNvPr id="7" name="Shape 20"/>
          <p:cNvSpPr txBox="1"/>
          <p:nvPr/>
        </p:nvSpPr>
        <p:spPr>
          <a:xfrm>
            <a:off x="332146" y="449210"/>
            <a:ext cx="1016000" cy="69979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13716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00" b="1" kern="1200" spc="0">
                <a:solidFill>
                  <a:schemeClr val="tx1"/>
                </a:solidFill>
                <a:latin typeface="+mj-lt"/>
                <a:ea typeface="Work Sans Medium" panose="00000600000000000000" pitchFamily="2" charset="0"/>
                <a:cs typeface="Work Sans Medium" panose="00000600000000000000" pitchFamily="2" charset="0"/>
                <a:sym typeface="Work Sans"/>
              </a:defRPr>
            </a:lvl1pPr>
            <a:lvl2pPr marL="0" indent="0" algn="l" defTabSz="671195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710" b="1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0" indent="0" algn="l" defTabSz="671195" rtl="0" eaLnBrk="1" latinLnBrk="0" hangingPunct="1">
              <a:lnSpc>
                <a:spcPct val="150000"/>
              </a:lnSpc>
              <a:spcBef>
                <a:spcPts val="745"/>
              </a:spcBef>
              <a:buSzTx/>
              <a:buFontTx/>
              <a:buNone/>
              <a:defRPr sz="15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2255" b="1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SzTx/>
              <a:buFontTx/>
              <a:buNone/>
              <a:defRPr sz="1805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1360170" rtl="0" eaLnBrk="1" latinLnBrk="0" hangingPunct="1">
              <a:lnSpc>
                <a:spcPct val="100000"/>
              </a:lnSpc>
              <a:spcBef>
                <a:spcPts val="745"/>
              </a:spcBef>
              <a:buFontTx/>
              <a:buNone/>
              <a:defRPr sz="1205" b="1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1360170" rtl="0" eaLnBrk="1" fontAlgn="auto" latinLnBrk="0" hangingPunct="1">
              <a:lnSpc>
                <a:spcPct val="90000"/>
              </a:lnSpc>
              <a:spcBef>
                <a:spcPts val="745"/>
              </a:spcBef>
              <a:spcAft>
                <a:spcPct val="0"/>
              </a:spcAft>
              <a:buClrTx/>
              <a:buSzTx/>
              <a:buFontTx/>
              <a:buNone/>
              <a:defRPr sz="120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605" indent="0" algn="l" defTabSz="1360170" rtl="0" eaLnBrk="1" latinLnBrk="0" hangingPunct="1">
              <a:lnSpc>
                <a:spcPct val="90000"/>
              </a:lnSpc>
              <a:spcBef>
                <a:spcPts val="745"/>
              </a:spcBef>
              <a:buFont typeface="Arial" panose="020B0604020202020204" pitchFamily="34" charset="0"/>
              <a:buNone/>
              <a:defRPr sz="2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微软雅黑" panose="020B0503020204020204" pitchFamily="34" charset="-122"/>
              </a:rPr>
              <a:t>DESIGN</a:t>
            </a:r>
            <a:endParaRPr lang="en-US" sz="1200" dirty="0">
              <a:latin typeface="微软雅黑" panose="020B0503020204020204" pitchFamily="34" charset="-122"/>
            </a:endParaRPr>
          </a:p>
        </p:txBody>
      </p:sp>
      <p:sp>
        <p:nvSpPr>
          <p:cNvPr id="8" name="Shape 89"/>
          <p:cNvSpPr/>
          <p:nvPr/>
        </p:nvSpPr>
        <p:spPr>
          <a:xfrm>
            <a:off x="468752" y="3149445"/>
            <a:ext cx="192617" cy="192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34" y="2372"/>
                </a:moveTo>
                <a:cubicBezTo>
                  <a:pt x="1122" y="2372"/>
                  <a:pt x="1122" y="2372"/>
                  <a:pt x="1122" y="2372"/>
                </a:cubicBezTo>
                <a:cubicBezTo>
                  <a:pt x="505" y="2372"/>
                  <a:pt x="0" y="1873"/>
                  <a:pt x="0" y="1186"/>
                </a:cubicBezTo>
                <a:cubicBezTo>
                  <a:pt x="0" y="499"/>
                  <a:pt x="505" y="0"/>
                  <a:pt x="1122" y="0"/>
                </a:cubicBezTo>
                <a:cubicBezTo>
                  <a:pt x="20534" y="0"/>
                  <a:pt x="20534" y="0"/>
                  <a:pt x="20534" y="0"/>
                </a:cubicBezTo>
                <a:cubicBezTo>
                  <a:pt x="21095" y="0"/>
                  <a:pt x="21600" y="499"/>
                  <a:pt x="21600" y="1186"/>
                </a:cubicBezTo>
                <a:cubicBezTo>
                  <a:pt x="21600" y="1873"/>
                  <a:pt x="21095" y="2372"/>
                  <a:pt x="20534" y="2372"/>
                </a:cubicBezTo>
                <a:close/>
                <a:moveTo>
                  <a:pt x="21600" y="7616"/>
                </a:moveTo>
                <a:cubicBezTo>
                  <a:pt x="21600" y="6929"/>
                  <a:pt x="21095" y="6430"/>
                  <a:pt x="20534" y="6430"/>
                </a:cubicBezTo>
                <a:cubicBezTo>
                  <a:pt x="1122" y="6430"/>
                  <a:pt x="1122" y="6430"/>
                  <a:pt x="1122" y="6430"/>
                </a:cubicBezTo>
                <a:cubicBezTo>
                  <a:pt x="505" y="6430"/>
                  <a:pt x="0" y="6929"/>
                  <a:pt x="0" y="7616"/>
                </a:cubicBezTo>
                <a:cubicBezTo>
                  <a:pt x="0" y="8240"/>
                  <a:pt x="505" y="8802"/>
                  <a:pt x="1122" y="8802"/>
                </a:cubicBezTo>
                <a:cubicBezTo>
                  <a:pt x="20534" y="8802"/>
                  <a:pt x="20534" y="8802"/>
                  <a:pt x="20534" y="8802"/>
                </a:cubicBezTo>
                <a:cubicBezTo>
                  <a:pt x="21095" y="8802"/>
                  <a:pt x="21600" y="8240"/>
                  <a:pt x="21600" y="7616"/>
                </a:cubicBezTo>
                <a:close/>
                <a:moveTo>
                  <a:pt x="21600" y="13984"/>
                </a:moveTo>
                <a:cubicBezTo>
                  <a:pt x="21600" y="13360"/>
                  <a:pt x="21095" y="12798"/>
                  <a:pt x="20534" y="12798"/>
                </a:cubicBezTo>
                <a:cubicBezTo>
                  <a:pt x="1122" y="12798"/>
                  <a:pt x="1122" y="12798"/>
                  <a:pt x="1122" y="12798"/>
                </a:cubicBezTo>
                <a:cubicBezTo>
                  <a:pt x="505" y="12798"/>
                  <a:pt x="0" y="13360"/>
                  <a:pt x="0" y="13984"/>
                </a:cubicBezTo>
                <a:cubicBezTo>
                  <a:pt x="0" y="14671"/>
                  <a:pt x="505" y="15170"/>
                  <a:pt x="1122" y="15170"/>
                </a:cubicBezTo>
                <a:cubicBezTo>
                  <a:pt x="20534" y="15170"/>
                  <a:pt x="20534" y="15170"/>
                  <a:pt x="20534" y="15170"/>
                </a:cubicBezTo>
                <a:cubicBezTo>
                  <a:pt x="21095" y="15170"/>
                  <a:pt x="21600" y="14671"/>
                  <a:pt x="21600" y="13984"/>
                </a:cubicBezTo>
                <a:close/>
                <a:moveTo>
                  <a:pt x="11894" y="20414"/>
                </a:moveTo>
                <a:cubicBezTo>
                  <a:pt x="11894" y="19727"/>
                  <a:pt x="11389" y="19165"/>
                  <a:pt x="10772" y="19165"/>
                </a:cubicBezTo>
                <a:cubicBezTo>
                  <a:pt x="1178" y="19165"/>
                  <a:pt x="1178" y="19165"/>
                  <a:pt x="1178" y="19165"/>
                </a:cubicBezTo>
                <a:cubicBezTo>
                  <a:pt x="561" y="19165"/>
                  <a:pt x="112" y="19727"/>
                  <a:pt x="112" y="20414"/>
                </a:cubicBezTo>
                <a:cubicBezTo>
                  <a:pt x="112" y="21038"/>
                  <a:pt x="561" y="21600"/>
                  <a:pt x="1178" y="21600"/>
                </a:cubicBezTo>
                <a:cubicBezTo>
                  <a:pt x="10772" y="21600"/>
                  <a:pt x="10772" y="21600"/>
                  <a:pt x="10772" y="21600"/>
                </a:cubicBezTo>
                <a:cubicBezTo>
                  <a:pt x="11389" y="21600"/>
                  <a:pt x="11894" y="21038"/>
                  <a:pt x="11894" y="20414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 w="12700">
            <a:miter lim="400000"/>
          </a:ln>
        </p:spPr>
        <p:txBody>
          <a:bodyPr tIns="45713" bIns="45713"/>
          <a:lstStyle/>
          <a:p>
            <a:endParaRPr sz="900"/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565060" y="1282887"/>
            <a:ext cx="0" cy="126540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2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3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4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5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6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7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8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9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10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11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12.xml><?xml version="1.0" encoding="utf-8"?>
<p:tagLst xmlns:p="http://schemas.openxmlformats.org/presentationml/2006/main">
  <p:tag name="picid" val="{4fb4c508-4df2-4706-84ab-4a2a1c601043}"/>
  <p:tag name="KSO_WM_UNIT_PLACING_PICTURE_USER_VIEWPORT" val="{&quot;height&quot;:3624,&quot;width&quot;:6569}"/>
</p:tagLst>
</file>

<file path=ppt/tags/tag13.xml><?xml version="1.0" encoding="utf-8"?>
<p:tagLst xmlns:p="http://schemas.openxmlformats.org/presentationml/2006/main">
  <p:tag name="picid" val="{a83c79cb-d3d7-4352-807b-d832911c7e13}"/>
</p:tagLst>
</file>

<file path=ppt/tags/tag14.xml><?xml version="1.0" encoding="utf-8"?>
<p:tagLst xmlns:p="http://schemas.openxmlformats.org/presentationml/2006/main">
  <p:tag name="picid" val="{183b5431-278a-489e-a599-8ae81fa42ef4}"/>
  <p:tag name="KSO_WM_UNIT_PLACING_PICTURE_USER_VIEWPORT" val="{&quot;height&quot;:3733,&quot;width&quot;:6653}"/>
</p:tagLst>
</file>

<file path=ppt/tags/tag15.xml><?xml version="1.0" encoding="utf-8"?>
<p:tagLst xmlns:p="http://schemas.openxmlformats.org/presentationml/2006/main">
  <p:tag name="picid" val="{1fffa6d4-f968-4acd-bd09-640c05d2f5d5}"/>
  <p:tag name="KSO_WM_UNIT_PLACING_PICTURE_USER_VIEWPORT" val="{&quot;height&quot;:4093,&quot;width&quot;:7277}"/>
</p:tagLst>
</file>

<file path=ppt/tags/tag16.xml><?xml version="1.0" encoding="utf-8"?>
<p:tagLst xmlns:p="http://schemas.openxmlformats.org/presentationml/2006/main">
  <p:tag name="picid" val="{734cabda-4675-43e6-928e-fa9fbe4b1321}"/>
  <p:tag name="KSO_WM_UNIT_PLACING_PICTURE_USER_VIEWPORT" val="{&quot;height&quot;:10740,&quot;width&quot;:19155}"/>
</p:tagLst>
</file>

<file path=ppt/tags/tag17.xml><?xml version="1.0" encoding="utf-8"?>
<p:tagLst xmlns:p="http://schemas.openxmlformats.org/presentationml/2006/main">
  <p:tag name="picid" val="{614fbf63-540e-4c3d-9793-1f219f7e8381}"/>
  <p:tag name="KSO_WM_UNIT_PLACING_PICTURE_USER_VIEWPORT" val="{&quot;height&quot;:2752,&quot;width&quot;:5003}"/>
</p:tagLst>
</file>

<file path=ppt/tags/tag18.xml><?xml version="1.0" encoding="utf-8"?>
<p:tagLst xmlns:p="http://schemas.openxmlformats.org/presentationml/2006/main">
  <p:tag name="picid" val="{9c2ea482-ad20-4330-a88c-d1291b169dfb}"/>
  <p:tag name="KSO_WM_UNIT_PLACING_PICTURE_USER_VIEWPORT" val="{&quot;height&quot;:4064,&quot;width&quot;:7301}"/>
</p:tagLst>
</file>

<file path=ppt/tags/tag19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20.xml><?xml version="1.0" encoding="utf-8"?>
<p:tagLst xmlns:p="http://schemas.openxmlformats.org/presentationml/2006/main">
  <p:tag name="KSO_WM_DIAGRAM_VIRTUALLY_FRAME" val="{&quot;height&quot;:378.7655118110237,&quot;left&quot;:490.31992125984254,&quot;top&quot;:76.99456692913387,&quot;width&quot;:374.0057480314961}"/>
</p:tagLst>
</file>

<file path=ppt/tags/tag21.xml><?xml version="1.0" encoding="utf-8"?>
<p:tagLst xmlns:p="http://schemas.openxmlformats.org/presentationml/2006/main">
  <p:tag name="picid" val="{6c6a8da8-dcab-4be5-9365-fc8b21ad365c}"/>
  <p:tag name="KSO_WM_UNIT_PLACING_PICTURE_USER_VIEWPORT" val="{&quot;height&quot;:4067,&quot;width&quot;:7170}"/>
</p:tagLst>
</file>

<file path=ppt/tags/tag22.xml><?xml version="1.0" encoding="utf-8"?>
<p:tagLst xmlns:p="http://schemas.openxmlformats.org/presentationml/2006/main">
  <p:tag name="picid" val="{cf043a2a-78c2-4281-a60a-5d9ae7938532}"/>
  <p:tag name="KSO_WM_UNIT_PLACING_PICTURE_USER_VIEWPORT" val="{&quot;height&quot;:10635,&quot;width&quot;:19260}"/>
</p:tagLst>
</file>

<file path=ppt/tags/tag23.xml><?xml version="1.0" encoding="utf-8"?>
<p:tagLst xmlns:p="http://schemas.openxmlformats.org/presentationml/2006/main">
  <p:tag name="picid" val="{e090916f-8503-4856-9b77-aec0da81c0da}"/>
  <p:tag name="KSO_WM_UNIT_PLACING_PICTURE_USER_VIEWPORT" val="{&quot;height&quot;:10800,&quot;width&quot;:19350}"/>
</p:tagLst>
</file>

<file path=ppt/tags/tag24.xml><?xml version="1.0" encoding="utf-8"?>
<p:tagLst xmlns:p="http://schemas.openxmlformats.org/presentationml/2006/main">
  <p:tag name="picid" val="{cbe20543-a195-4a00-92c9-9f57cddf8fb4}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50_1*i*1"/>
  <p:tag name="KSO_WM_TEMPLATE_CATEGORY" val="custom"/>
  <p:tag name="KSO_WM_TEMPLATE_INDEX" val="20238550"/>
  <p:tag name="KSO_WM_UNIT_LAYERLEVEL" val="1"/>
  <p:tag name="KSO_WM_TAG_VERSION" val="3.0"/>
  <p:tag name="KSO_WM_UNIT_PIC_EFFECT" val="1"/>
  <p:tag name="picid" val="{3f22e1ba-6254-4d67-88ba-d15c29d621e8}"/>
</p:tagLst>
</file>

<file path=ppt/tags/tag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50_1*i*1"/>
  <p:tag name="KSO_WM_TEMPLATE_CATEGORY" val="custom"/>
  <p:tag name="KSO_WM_TEMPLATE_INDEX" val="20238550"/>
  <p:tag name="KSO_WM_UNIT_LAYERLEVEL" val="1"/>
  <p:tag name="KSO_WM_TAG_VERSION" val="3.0"/>
  <p:tag name="KSO_WM_UNIT_PIC_EFFECT" val="1"/>
  <p:tag name="picid" val="{1d363a99-1ad4-4597-a978-7233df3cbb53}"/>
  <p:tag name="KSO_WM_UNIT_PLACING_PICTURE_USER_VIEWPORT" val="{&quot;height&quot;:9252,&quot;width&quot;:5695}"/>
</p:tagLst>
</file>

<file path=ppt/tags/tag27.xml><?xml version="1.0" encoding="utf-8"?>
<p:tagLst xmlns:p="http://schemas.openxmlformats.org/presentationml/2006/main">
  <p:tag name="picid" val="{a3f0e14c-be9c-48d4-9fc8-369794159425}"/>
  <p:tag name="KSO_WM_UNIT_PLACING_PICTURE_USER_VIEWPORT" val="{&quot;height&quot;:6849,&quot;width&quot;:3851}"/>
</p:tagLst>
</file>

<file path=ppt/tags/tag28.xml><?xml version="1.0" encoding="utf-8"?>
<p:tagLst xmlns:p="http://schemas.openxmlformats.org/presentationml/2006/main">
  <p:tag name="picid" val="{9b0d52c2-154e-4bb9-ba7e-28b3da77747a}"/>
</p:tagLst>
</file>

<file path=ppt/tags/tag29.xml><?xml version="1.0" encoding="utf-8"?>
<p:tagLst xmlns:p="http://schemas.openxmlformats.org/presentationml/2006/main">
  <p:tag name="picid" val="{1e094d18-8c41-4c06-aee7-592c88a0a395}"/>
</p:tagLst>
</file>

<file path=ppt/tags/tag30.xml><?xml version="1.0" encoding="utf-8"?>
<p:tagLst xmlns:p="http://schemas.openxmlformats.org/presentationml/2006/main">
  <p:tag name="picid" val="{6b49dbb1-2633-4c2b-829a-c478d2ca035f}"/>
  <p:tag name="KSO_WM_UNIT_PLACING_PICTURE_USER_VIEWPORT" val="{&quot;height&quot;:8525,&quot;width&quot;:6026}"/>
</p:tagLst>
</file>

<file path=ppt/tags/tag31.xml><?xml version="1.0" encoding="utf-8"?>
<p:tagLst xmlns:p="http://schemas.openxmlformats.org/presentationml/2006/main">
  <p:tag name="picid" val="{7aa125c2-3730-43b7-ae59-9841454b6afe}"/>
</p:tagLst>
</file>

<file path=ppt/tags/tag32.xml><?xml version="1.0" encoding="utf-8"?>
<p:tagLst xmlns:p="http://schemas.openxmlformats.org/presentationml/2006/main">
  <p:tag name="picid" val="{912651d1-cc9c-414f-a3ba-e4bd3e5120e9}"/>
</p:tagLst>
</file>

<file path=ppt/tags/tag33.xml><?xml version="1.0" encoding="utf-8"?>
<p:tagLst xmlns:p="http://schemas.openxmlformats.org/presentationml/2006/main">
  <p:tag name="picid" val="{7aa8c99d-4641-417f-90b1-f4bae6f796bf}"/>
</p:tagLst>
</file>

<file path=ppt/tags/tag34.xml><?xml version="1.0" encoding="utf-8"?>
<p:tagLst xmlns:p="http://schemas.openxmlformats.org/presentationml/2006/main">
  <p:tag name="picid" val="{6390dfad-e2f3-46f0-bda8-5b758d39912e}"/>
</p:tagLst>
</file>

<file path=ppt/tags/tag35.xml><?xml version="1.0" encoding="utf-8"?>
<p:tagLst xmlns:p="http://schemas.openxmlformats.org/presentationml/2006/main">
  <p:tag name="picid" val="{3e8a0208-ca8e-4c31-be17-19bacc6e286d}"/>
</p:tagLst>
</file>

<file path=ppt/tags/tag36.xml><?xml version="1.0" encoding="utf-8"?>
<p:tagLst xmlns:p="http://schemas.openxmlformats.org/presentationml/2006/main">
  <p:tag name="picid" val="{922e1dae-2001-480d-b99c-bf86e245a6b9}"/>
</p:tagLst>
</file>

<file path=ppt/tags/tag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8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resource_record_key" val="{&quot;71&quot;:[76235680036]}"/>
</p:tagLst>
</file>

<file path=ppt/theme/theme1.xml><?xml version="1.0" encoding="utf-8"?>
<a:theme xmlns:a="http://schemas.openxmlformats.org/drawingml/2006/main" name="第一PPT，www.1ppt.com">
  <a:themeElements>
    <a:clrScheme name="自定义 25">
      <a:dk1>
        <a:sysClr val="windowText" lastClr="000000"/>
      </a:dk1>
      <a:lt1>
        <a:sysClr val="window" lastClr="FFFFFF"/>
      </a:lt1>
      <a:dk2>
        <a:srgbClr val="E85664"/>
      </a:dk2>
      <a:lt2>
        <a:srgbClr val="F2F2F2"/>
      </a:lt2>
      <a:accent1>
        <a:srgbClr val="DBD8E9"/>
      </a:accent1>
      <a:accent2>
        <a:srgbClr val="F3ABB2"/>
      </a:accent2>
      <a:accent3>
        <a:srgbClr val="AD9DA0"/>
      </a:accent3>
      <a:accent4>
        <a:srgbClr val="F8F5F0"/>
      </a:accent4>
      <a:accent5>
        <a:srgbClr val="F1F3F6"/>
      </a:accent5>
      <a:accent6>
        <a:srgbClr val="C4E0EB"/>
      </a:accent6>
      <a:hlink>
        <a:srgbClr val="A399DF"/>
      </a:hlink>
      <a:folHlink>
        <a:srgbClr val="C4E0EB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Main Master Slide">
  <a:themeElements>
    <a:clrScheme name="自定义 24">
      <a:dk1>
        <a:sysClr val="windowText" lastClr="000000"/>
      </a:dk1>
      <a:lt1>
        <a:sysClr val="window" lastClr="FFFFFF"/>
      </a:lt1>
      <a:dk2>
        <a:srgbClr val="E85664"/>
      </a:dk2>
      <a:lt2>
        <a:srgbClr val="F2F2F2"/>
      </a:lt2>
      <a:accent1>
        <a:srgbClr val="DBD8E9"/>
      </a:accent1>
      <a:accent2>
        <a:srgbClr val="F3ABB2"/>
      </a:accent2>
      <a:accent3>
        <a:srgbClr val="AD9DA0"/>
      </a:accent3>
      <a:accent4>
        <a:srgbClr val="F8F5F0"/>
      </a:accent4>
      <a:accent5>
        <a:srgbClr val="F1F3F6"/>
      </a:accent5>
      <a:accent6>
        <a:srgbClr val="C4E0EB"/>
      </a:accent6>
      <a:hlink>
        <a:srgbClr val="A399DF"/>
      </a:hlink>
      <a:folHlink>
        <a:srgbClr val="C4E0EB"/>
      </a:folHlink>
    </a:clrScheme>
    <a:fontScheme name="Playfair Display_Questrial">
      <a:majorFont>
        <a:latin typeface="Playfair Display"/>
        <a:ea typeface="Playfair Display"/>
        <a:cs typeface="Arial"/>
      </a:majorFont>
      <a:minorFont>
        <a:latin typeface="Questrial"/>
        <a:ea typeface="Questrial"/>
        <a:cs typeface="Arial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第一PPT，www.1ppt.com">
  <a:themeElements>
    <a:clrScheme name="">
      <a:dk1>
        <a:srgbClr val="000000"/>
      </a:dk1>
      <a:lt1>
        <a:srgbClr val="FFFFFF"/>
      </a:lt1>
      <a:dk2>
        <a:srgbClr val="1E386B"/>
      </a:dk2>
      <a:lt2>
        <a:srgbClr val="FAFBFD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1470</Words>
  <Application>WPS 演示</Application>
  <PresentationFormat>自定义</PresentationFormat>
  <Paragraphs>242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22</vt:i4>
      </vt:variant>
    </vt:vector>
  </HeadingPairs>
  <TitlesOfParts>
    <vt:vector size="48" baseType="lpstr">
      <vt:lpstr>Arial</vt:lpstr>
      <vt:lpstr>宋体</vt:lpstr>
      <vt:lpstr>Wingdings</vt:lpstr>
      <vt:lpstr>Work Sans</vt:lpstr>
      <vt:lpstr>Segoe Print</vt:lpstr>
      <vt:lpstr>微软雅黑</vt:lpstr>
      <vt:lpstr>Wingdings</vt:lpstr>
      <vt:lpstr>Arial</vt:lpstr>
      <vt:lpstr>Open Sans</vt:lpstr>
      <vt:lpstr>思源宋体 CN Heavy</vt:lpstr>
      <vt:lpstr>Work Sans Medium</vt:lpstr>
      <vt:lpstr>华文中宋</vt:lpstr>
      <vt:lpstr>黑体</vt:lpstr>
      <vt:lpstr>Work Sans Medium</vt:lpstr>
      <vt:lpstr>Helvetica</vt:lpstr>
      <vt:lpstr>等线</vt:lpstr>
      <vt:lpstr>Arial Unicode MS</vt:lpstr>
      <vt:lpstr>等线 Light</vt:lpstr>
      <vt:lpstr>Calibri</vt:lpstr>
      <vt:lpstr>Microsoft YaHei UI</vt:lpstr>
      <vt:lpstr>Calibri</vt:lpstr>
      <vt:lpstr>Gilroy ExtraBold</vt:lpstr>
      <vt:lpstr>第一PPT，www.1ppt.com</vt:lpstr>
      <vt:lpstr>2_Main Master Slide</vt:lpstr>
      <vt:lpstr>第一PPT，www.1ppt.com </vt:lpstr>
      <vt:lpstr>1_第一PPT，www.1ppt.com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作品集</dc:title>
  <dc:creator>第一PPT</dc:creator>
  <cp:keywords>www.1ppt.com</cp:keywords>
  <dc:description>www.1ppt.com</dc:description>
  <cp:lastModifiedBy>Ozyyz</cp:lastModifiedBy>
  <cp:revision>23</cp:revision>
  <dcterms:created xsi:type="dcterms:W3CDTF">2022-06-19T12:28:00Z</dcterms:created>
  <dcterms:modified xsi:type="dcterms:W3CDTF">2025-12-08T06:50:50Z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32471818D5674BF7A48F0366CD244E28_13</vt:lpwstr>
  </property>
  <property fmtid="{D5CDD505-2E9C-101B-9397-08002B2CF9AE}" pid="3" name="KSOProductBuildVer">
    <vt:lpwstr>2052-12.1.0.20305</vt:lpwstr>
  </property>
</Properties>
</file>