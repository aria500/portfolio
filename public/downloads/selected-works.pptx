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58" r:id="rId5"/>
    <p:sldId id="263" r:id="rId6"/>
    <p:sldId id="26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bf1a33d903fe503744bd7beb14c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594360"/>
            <a:ext cx="4006215" cy="5668645"/>
          </a:xfrm>
          <a:prstGeom prst="rect">
            <a:avLst/>
          </a:prstGeom>
        </p:spPr>
      </p:pic>
      <p:pic>
        <p:nvPicPr>
          <p:cNvPr id="5" name="图片 4" descr="50241482f405b6e37dd9e6957e6e7a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20" y="594360"/>
            <a:ext cx="4006850" cy="56686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5021008520930140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1990" y="300355"/>
            <a:ext cx="3519170" cy="6257925"/>
          </a:xfrm>
          <a:prstGeom prst="rect">
            <a:avLst/>
          </a:prstGeom>
        </p:spPr>
      </p:pic>
      <p:pic>
        <p:nvPicPr>
          <p:cNvPr id="5" name="图片 4" descr="7588030874988228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155" y="300355"/>
            <a:ext cx="3519805" cy="6258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7af8ceddb542d70ed6cb11d58d47ef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2415" y="260350"/>
            <a:ext cx="4473575" cy="6327140"/>
          </a:xfrm>
          <a:prstGeom prst="rect">
            <a:avLst/>
          </a:prstGeom>
        </p:spPr>
      </p:pic>
      <p:pic>
        <p:nvPicPr>
          <p:cNvPr id="5" name="图片 4" descr="9eb2fb2f4291efcfc96665d913d6b5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20" y="295910"/>
            <a:ext cx="4430395" cy="6266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微信图片_202504020909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015" y="338455"/>
            <a:ext cx="4178935" cy="6268720"/>
          </a:xfrm>
          <a:prstGeom prst="rect">
            <a:avLst/>
          </a:prstGeom>
        </p:spPr>
      </p:pic>
      <p:pic>
        <p:nvPicPr>
          <p:cNvPr id="7" name="图片 6" descr="微信图片_202504020908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20" y="338455"/>
            <a:ext cx="4055745" cy="6268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微信图片_202504020909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7370" y="524510"/>
            <a:ext cx="3612515" cy="5808980"/>
          </a:xfrm>
          <a:prstGeom prst="rect">
            <a:avLst/>
          </a:prstGeom>
        </p:spPr>
      </p:pic>
      <p:pic>
        <p:nvPicPr>
          <p:cNvPr id="6" name="图片 5" descr="IMG_7533-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30" y="524510"/>
            <a:ext cx="4008755" cy="58089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Ozyyz</cp:lastModifiedBy>
  <cp:revision>158</cp:revision>
  <dcterms:created xsi:type="dcterms:W3CDTF">2019-06-19T02:08:00Z</dcterms:created>
  <dcterms:modified xsi:type="dcterms:W3CDTF">2025-04-28T12:49:45Z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E1DEA78AFAF74EAE83CAB3C0C40054A9_11</vt:lpwstr>
  </property>
</Properties>
</file>